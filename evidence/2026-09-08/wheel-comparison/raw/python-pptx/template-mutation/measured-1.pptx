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note retained separately from edit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05</a:t>
            </a:r>
          </a:p>
        </p:txBody>
      </p:sp>
      <p:graphicFrame>
        <p:nvGraphicFramePr>
          <p:cNvPr id="3" name="PPTBenchTable"/>
          <p:cNvGraphicFramePr>
            <a:graphicFrameLocks noGrp="1"/>
          </p:cNvGraphicFramePr>
          <p:nvPr/>
        </p:nvGraphicFramePr>
        <p:xfrm>
          <a:off x="548640" y="100584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r>
                        <a:t>S05R0C0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S05R1C0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UPDATED-TABLE-A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S05R2C0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UPDATED-TABLE-B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S05R3C0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S05R3C3</a:t>
                      </a:r>
                    </a:p>
                  </a:txBody>
                  <a:tcPr marL="73152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06</a:t>
            </a:r>
          </a:p>
        </p:txBody>
      </p:sp>
      <p:sp>
        <p:nvSpPr>
          <p:cNvPr id="3" name="PPTBenchBody0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07</a:t>
            </a:r>
          </a:p>
        </p:txBody>
      </p:sp>
      <p:sp>
        <p:nvSpPr>
          <p:cNvPr id="3" name="PPTBenchBullets"/>
          <p:cNvSpPr txBox="1"/>
          <p:nvPr/>
        </p:nvSpPr>
        <p:spPr>
          <a:xfrm>
            <a:off x="73152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Baseline bullet</a:t>
            </a:r>
          </a:p>
          <a:p>
            <a:pPr lvl="1"/>
            <a:r>
              <a:t>UPDATED-BULLET</a:t>
            </a:r>
          </a:p>
          <a:p>
            <a:pPr lvl="1"/>
            <a:r>
              <a:t>Third bullet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10</a:t>
            </a:r>
          </a:p>
        </p:txBody>
      </p:sp>
      <p:graphicFrame>
        <p:nvGraphicFramePr>
          <p:cNvPr id="3" name="PPTBenchPeriodicTable1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10/0/0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12</a:t>
            </a:r>
          </a:p>
        </p:txBody>
      </p:sp>
      <p:sp>
        <p:nvSpPr>
          <p:cNvPr id="3" name="PPTBenchBody1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18</a:t>
            </a:r>
          </a:p>
        </p:txBody>
      </p:sp>
      <p:sp>
        <p:nvSpPr>
          <p:cNvPr id="3" name="PPTBenchBody1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20</a:t>
            </a:r>
          </a:p>
        </p:txBody>
      </p:sp>
      <p:graphicFrame>
        <p:nvGraphicFramePr>
          <p:cNvPr id="3" name="PPTBenchPeriodicTable2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20/0/0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24</a:t>
            </a:r>
          </a:p>
        </p:txBody>
      </p:sp>
      <p:sp>
        <p:nvSpPr>
          <p:cNvPr id="3" name="PPTBenchBody2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30</a:t>
            </a:r>
          </a:p>
        </p:txBody>
      </p:sp>
      <p:graphicFrame>
        <p:nvGraphicFramePr>
          <p:cNvPr id="3" name="PPTBenchPeriodicTable3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30/0/0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36</a:t>
            </a:r>
          </a:p>
        </p:txBody>
      </p:sp>
      <p:sp>
        <p:nvSpPr>
          <p:cNvPr id="3" name="PPTBenchBody3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40</a:t>
            </a:r>
          </a:p>
        </p:txBody>
      </p:sp>
      <p:graphicFrame>
        <p:nvGraphicFramePr>
          <p:cNvPr id="3" name="PPTBenchPeriodicTable4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40/0/0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42</a:t>
            </a:r>
          </a:p>
        </p:txBody>
      </p:sp>
      <p:sp>
        <p:nvSpPr>
          <p:cNvPr id="3" name="PPTBenchBody4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48</a:t>
            </a:r>
          </a:p>
        </p:txBody>
      </p:sp>
      <p:sp>
        <p:nvSpPr>
          <p:cNvPr id="3" name="PPTBenchBody4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50</a:t>
            </a:r>
          </a:p>
        </p:txBody>
      </p:sp>
      <p:graphicFrame>
        <p:nvGraphicFramePr>
          <p:cNvPr id="3" name="PPTBenchPeriodicTable5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50/0/0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54</a:t>
            </a:r>
          </a:p>
        </p:txBody>
      </p:sp>
      <p:sp>
        <p:nvSpPr>
          <p:cNvPr id="3" name="PPTBenchBody5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6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60</a:t>
            </a:r>
          </a:p>
        </p:txBody>
      </p:sp>
      <p:graphicFrame>
        <p:nvGraphicFramePr>
          <p:cNvPr id="3" name="PPTBenchPeriodicTable6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60/0/0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1980-01-01T00:00:00Z</dcterms:created>
  <dcterms:modified xsi:type="dcterms:W3CDTF">1980-01-01T00:00:00Z</dcterms:modified>
  <cp:category/>
</cp:coreProperties>
</file>