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UPDATED-TABLE-A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UPDATED-TABLE-B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UPDATED-BULLET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