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E016D85-0473-4245-A18A-00542138F1F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BE2F3EA-45C0-467E-A0F7-89D850A6FE6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5DDC179-9AB2-4639-A2C5-8955A39E6F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227058-D8E3-4B08-9734-87DFC8ACCD2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9C47E8-6803-4A74-95D3-9816EBB509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11E886-1734-4A8A-B5A1-FBA1042270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9EB9AB-28B4-474A-A64A-004843C1E13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FC6525-90CD-4110-82B4-229A07944B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1FC7CDB-9FAB-4C41-B10B-534460D413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98CBB3-1B3D-4B15-8100-51B956F5CE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369C1D-27CD-4951-BF86-6A1E964A27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355F2F-2291-4E9C-B734-43412DD66D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C25266-4D81-4507-90CC-8F01C358A2F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7314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