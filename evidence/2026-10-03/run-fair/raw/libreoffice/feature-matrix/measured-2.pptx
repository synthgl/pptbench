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154F31E-CB9B-4BEC-8D85-5C57701A9B4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B72D968-5986-4A65-B5D4-6BA8A5355AF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AA7DD2-0B98-4251-8203-84E39EC411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DDE5B9-94CA-4C4C-AA2B-D76E8F0BC9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9BF685-8CA4-402A-962F-9B9976ED09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CC125C-BCA5-4E48-9567-8FDFBB6F17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D0FD2C-E5D2-4A59-BF92-40743BABC9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6B65CB-D794-49B6-AD9C-8E84D7BCFC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C88D52-DC62-4853-8A6A-1E046F7F62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244569-C0D0-408B-9DB1-C712D1BD6F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1B14AF-0E10-48B5-9E71-3B358D23571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A59FC2-1691-426B-A963-101D490CC6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BC0F33-AAF5-4DC3-9F4C-A99B3CBE38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7314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