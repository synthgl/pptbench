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EDE034-2FF5-470F-B985-D8055E0631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100593-B099-4DED-B602-8217E4486F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DE4E69-5464-4595-9D07-9014743903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EE7C90-B7ED-494A-B909-7BDA1A854F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A5C8DF-DF7C-4B4C-995D-F8DBCBB22A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1CFF33-EABD-4500-A197-C1FBD07ADA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103288-A6E2-47E8-9DEB-B271D695E9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F5144B-416D-40C3-8AC7-5E707414AF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9F8919-86D4-4F06-8CAC-29BD6BC48A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7746B8-6575-44BC-B95E-79D44022DC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A90A29-48E6-4262-93D1-7C0217B0BF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6F56DB-E01E-47B9-933D-D49B9A8AA9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90A3E9-80F4-409E-B531-9DC0697DE2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