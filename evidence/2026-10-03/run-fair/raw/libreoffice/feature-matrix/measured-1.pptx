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166748F-95EE-40E1-9560-4CBA616E5BD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1B1E8F-C34E-4A3A-9DFA-9F874C5B644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901A42-C1CF-4AF5-968F-53456F1688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71F64B-D678-49E7-B749-4854B255EA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8FA0CA-6FA6-445D-925B-FF4A90F5DE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510645-1DF7-4AB8-9918-BF5B0218A0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902CAF-4AA1-41EF-A478-5585545D4C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A06AF3-D2CF-4D61-A111-E7A83B537F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AECC31-2E4D-4391-B6AE-56DCDF5BDA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95A37B-BEDA-401F-8A5F-4DF49FC7AF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1489E6-C36F-4D69-ABC9-8977D1C362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472DB3-3CC2-44AD-9D24-4DB535BC42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F4AB15-BFAA-4B1C-BDFA-CA712AB345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