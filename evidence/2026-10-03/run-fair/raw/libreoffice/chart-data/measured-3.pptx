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78940790"/>
        <c:axId val="49201347"/>
      </c:barChart>
      <c:catAx>
        <c:axId val="78940790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9201347"/>
        <c:crosses val="autoZero"/>
        <c:auto val="1"/>
        <c:lblAlgn val="ctr"/>
        <c:lblOffset val="100"/>
        <c:noMultiLvlLbl val="0"/>
      </c:catAx>
      <c:valAx>
        <c:axId val="49201347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894079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76447808"/>
        <c:axId val="15490275"/>
      </c:scatterChart>
      <c:valAx>
        <c:axId val="764478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5490275"/>
        <c:crosses val="autoZero"/>
        <c:crossBetween val="midCat"/>
      </c:valAx>
      <c:valAx>
        <c:axId val="15490275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6447808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16303763"/>
        <c:axId val="53222026"/>
      </c:bubbleChart>
      <c:valAx>
        <c:axId val="1630376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3222026"/>
        <c:crosses val="autoZero"/>
        <c:crossBetween val="midCat"/>
      </c:valAx>
      <c:valAx>
        <c:axId val="5322202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6303763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6C3285-DDF6-471D-B208-D87E805DFA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CFA8F1-66E7-4F09-B32A-C3FD06D792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FC192B-D5B8-4861-9EC1-DC2EC02ADF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433A8D-3640-4230-827A-00A93A0BD3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3FD615-B18C-4BC1-89FA-DA84C71786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FF6748-C2EC-452B-9316-DBCC81EC1C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85CD42-70BA-4F85-9551-7623996E6A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D0C774-3177-4860-8B71-DE975B70A4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F438DF-5593-42CF-A7BD-0B4D640495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2D59A3-C034-4CA7-8DC2-F3F96E7942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BE03C4-6F0D-487E-A93C-8AEA9CA866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