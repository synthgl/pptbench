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86313759"/>
        <c:axId val="50172466"/>
      </c:barChart>
      <c:catAx>
        <c:axId val="86313759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0172466"/>
        <c:crosses val="autoZero"/>
        <c:auto val="1"/>
        <c:lblAlgn val="ctr"/>
        <c:lblOffset val="100"/>
        <c:noMultiLvlLbl val="0"/>
      </c:catAx>
      <c:valAx>
        <c:axId val="50172466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631375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83745521"/>
        <c:axId val="74710105"/>
      </c:scatterChart>
      <c:valAx>
        <c:axId val="8374552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4710105"/>
        <c:crosses val="autoZero"/>
        <c:crossBetween val="midCat"/>
      </c:valAx>
      <c:valAx>
        <c:axId val="74710105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3745521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3021341"/>
        <c:axId val="11361321"/>
      </c:bubbleChart>
      <c:valAx>
        <c:axId val="302134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1361321"/>
        <c:crosses val="autoZero"/>
        <c:crossBetween val="midCat"/>
      </c:valAx>
      <c:valAx>
        <c:axId val="11361321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3021341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615D58-C0EB-4511-86E4-0413495345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E3762E-A93D-4C89-AEF7-596206CE7C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A7CD59-EDA0-4984-98A5-1E3592EA93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A10284-038A-4A2E-8A9B-C8C54DFD71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9DEA2A-698E-4C6C-A389-E8826F9A28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A31C4A-99AB-4D94-8289-98578D4FC9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956834-0C5C-40BE-81D9-CA571BE5D4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2731EA-ED5E-4D9A-B418-E6A08BF580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1AA784-4C7B-43F8-8ACF-68EB0E3C15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D1A35F-BFDB-473E-9E21-7EA06F898D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038515-2BB0-4FC7-A654-34FDCE62D4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