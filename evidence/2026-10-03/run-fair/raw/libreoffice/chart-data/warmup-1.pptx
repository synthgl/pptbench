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59155287"/>
        <c:axId val="25217891"/>
      </c:barChart>
      <c:catAx>
        <c:axId val="59155287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5217891"/>
        <c:crosses val="autoZero"/>
        <c:auto val="1"/>
        <c:lblAlgn val="ctr"/>
        <c:lblOffset val="100"/>
        <c:noMultiLvlLbl val="0"/>
      </c:catAx>
      <c:valAx>
        <c:axId val="2521789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915528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94496070"/>
        <c:axId val="69502849"/>
      </c:scatterChart>
      <c:valAx>
        <c:axId val="9449607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9502849"/>
        <c:crosses val="autoZero"/>
        <c:crossBetween val="midCat"/>
      </c:valAx>
      <c:valAx>
        <c:axId val="69502849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4496070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32474590"/>
        <c:axId val="94698196"/>
      </c:bubbleChart>
      <c:valAx>
        <c:axId val="3247459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4698196"/>
        <c:crosses val="autoZero"/>
        <c:crossBetween val="midCat"/>
      </c:valAx>
      <c:valAx>
        <c:axId val="9469819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2474590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3CA014-661E-4945-81E7-A51C603050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967D0D-F579-498C-84B7-CBBA4B3E5A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B2A0AB-36DE-4DEB-8B03-07AC64EF20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9EB175-F1D5-4A43-A0ED-D1211F72DE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60035E-285B-4028-BEC7-1469A6D3E2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EFC54F-C3CD-4CCB-8322-A5A4B4872E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27B44A-C5B9-47B6-B7DC-71A7C917D1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374E3B-7116-4359-9559-1E0E1F85EA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7B3945-7D34-4513-AF65-C70F20A828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F66A96-6687-4EE8-8362-9B8E1E00A9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502910-E0A2-4E72-82C8-5403A66A24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