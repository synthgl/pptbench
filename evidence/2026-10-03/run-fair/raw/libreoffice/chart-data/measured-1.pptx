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3.xml" ContentType="application/vnd.ms-office.chartstyle+xml"/>
  <Override PartName="/ppt/charts/colors3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gapWidth val="150"/>
        <c:overlap val="0"/>
        <c:axId val="18630299"/>
        <c:axId val="22242998"/>
      </c:barChart>
      <c:catAx>
        <c:axId val="18630299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2242998"/>
        <c:crosses val="autoZero"/>
        <c:auto val="1"/>
        <c:lblAlgn val="ctr"/>
        <c:lblOffset val="100"/>
        <c:noMultiLvlLbl val="0"/>
      </c:catAx>
      <c:valAx>
        <c:axId val="22242998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863029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59297273"/>
        <c:axId val="19573345"/>
      </c:scatterChart>
      <c:valAx>
        <c:axId val="5929727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9573345"/>
        <c:crosses val="autoZero"/>
        <c:crossBetween val="midCat"/>
      </c:valAx>
      <c:valAx>
        <c:axId val="19573345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9297273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Pipeline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ubbleChart>
        <c:varyColors val="0"/>
        <c:ser>
          <c:idx val="0"/>
          <c:order val="0"/>
          <c:tx>
            <c:strRef>
              <c:f>label 2</c:f>
              <c:strCache>
                <c:ptCount val="1"/>
                <c:pt idx="0">
                  <c:v>Pipeline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2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axId val="7970122"/>
        <c:axId val="59693509"/>
      </c:bubbleChart>
      <c:valAx>
        <c:axId val="797012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9693509"/>
        <c:crosses val="autoZero"/>
        <c:crossBetween val="midCat"/>
      </c:valAx>
      <c:valAx>
        <c:axId val="59693509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970122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E4651B-BF65-4FFC-BB93-D73BB8A143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783318-CF0D-4436-A805-633F5A614B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1D66A4-71AD-478A-B47E-CB4F1934AB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73900E-B99F-419B-8843-7DFA82CD0E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E4E9D7-C91A-4B0C-A8AB-34BCAC297E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214251-FBA0-466C-A633-65F4642A46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196F05-71CB-43C0-8D45-3490F4F20C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6C352C-2F43-4A0C-9B12-3042F08AC3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68FD4B-B017-4663-A004-AB90FA7FA3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9087E2-9700-4A7A-887C-BDBBC7C42E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0A9A94-E33C-431F-8B14-51AD7057E7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