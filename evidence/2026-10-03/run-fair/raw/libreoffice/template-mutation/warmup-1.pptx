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53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8729E90-0F05-4115-9633-77333BC4EC5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Synthetic note retained separately from edit success.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17A755B-B2E0-4B1B-ACE1-31F808EEBCA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EFE4D60-C0FE-4325-8BE2-11258175D6A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EDCC90F-DF07-4F94-B6FE-A0578516CB6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B1F471-C5EB-4950-866B-B84C1D0AB1E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15E393F-4137-4CF6-AF85-042CAE08F2C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562E635-D101-4D52-B413-35BEBC3FFC2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BA2C926-78B9-422D-855D-032FB031A83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CB1542B-A03F-4ABD-90FE-9236651EF9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BA9D2B-5F53-4327-B886-8256E0A6FBD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7F4BF0-5BD8-4F3E-A694-D4E2BA8500A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65DC28F-6139-475C-9CB8-6B43C1BE7A9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01647D-F54C-4E2B-A128-EAEE21F4D70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PTBenchTitle0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PTBenchTitle0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2" descr="image.png"/>
          <p:cNvPicPr/>
          <p:nvPr/>
        </p:nvPicPr>
        <p:blipFill>
          <a:blip r:embed="rId1"/>
          <a:stretch/>
        </p:blipFill>
        <p:spPr>
          <a:xfrm>
            <a:off x="7680960" y="36576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PTBenchTitle0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PTBenchTitle0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PTBenchTitle0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PPTBenchTable"/>
          <p:cNvGraphicFramePr/>
          <p:nvPr/>
        </p:nvGraphicFramePr>
        <p:xfrm>
          <a:off x="548640" y="1005840"/>
          <a:ext cx="7314840" cy="22856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UPDATED-TABLE-A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UPDATED-TABLE-B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PTBenchTitle0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PTBenchBody0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PTBenchTitle0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PTBenchBullets"/>
          <p:cNvSpPr/>
          <p:nvPr/>
        </p:nvSpPr>
        <p:spPr>
          <a:xfrm>
            <a:off x="731520" y="914400"/>
            <a:ext cx="227412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Baseline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UPDATED-BULLET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PTBenchTitle0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PTBenchTitle0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PTBenchTitle1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PPTBenchPeriodicTable1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PTBenchTitle1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PTBenchTitle1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PTBenchBody1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PTBenchTitle1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PTBenchTitle1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PTBenchTitle1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PTBenchTitle1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PTBenchTitle1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PTBenchTitle1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PTBenchBody1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PTBenchTitle1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PTBenchTitle2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PPTBenchPeriodicTable2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PTBenchTitle2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PTBenchTitle2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PTBenchTitle2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PTBenchTitle2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PTBenchBody2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24.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PTBenchTitle2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PTBenchTitle2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PTBenchTitle2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PTBenchTitle2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PTBenchTitle2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PTBenchTitle3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PPTBenchPeriodicTable3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PTBenchTitle3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PTBenchTitle3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PTBenchTitle3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PTBenchTitle3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PTBenchTitle3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PTBenchTitle3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PTBenchBody3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36.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PTBenchTitle3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PTBenchTitle3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PTBenchTitle3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PTBenchTitle4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PPTBenchPeriodicTable4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PTBenchTitle4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PTBenchTitle4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PTBenchBody4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PTBenchTitle4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PTBenchTitle4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PTBenchTitle4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PTBenchTitle4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PTBenchTitle4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PTBenchTitle4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PTBenchBody4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PTBenchTitle4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PTBenchTitle5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PPTBenchPeriodicTable5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PTBenchTitle5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PTBenchTitle5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PTBenchTitle5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PTBenchTitle5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PTBenchBody5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54.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PTBenchTitle5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PTBenchTitle5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PTBenchTitle5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PTBenchTitle5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PTBenchTitle5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PTBenchTitle6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60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3" name="PPTBenchPeriodicTable6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/>
  <dcterms:modified xsi:type="dcterms:W3CDTF">2026-10-02T17:01:12Z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