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DC6B20-E3A0-4E93-8580-B2E144AA300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7785E7-348C-4D87-95FF-FE564891896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988ADF-170A-49E5-8FF5-A38BF496AB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D30B3D-908E-450B-A780-09A91799EB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59B420-78E9-4928-B81F-20F5F718E3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CC956D-C85D-4A9A-802D-9CD6DF6536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5B408A-3074-4BDD-B972-CF54389A09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44F402-DBD7-4D19-B60F-EA2EC2A941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36B569-42E3-435B-A6A5-98B43FB757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83B651-348F-451F-8921-C76CC98E64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962EA6-EE1C-4794-8AAC-416F7DB2D7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A4F9A5-4480-47C3-958C-03CAA0FDB3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F8155F-0291-498D-B6E1-92554BF73C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2026-10-02T17:01:14Z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