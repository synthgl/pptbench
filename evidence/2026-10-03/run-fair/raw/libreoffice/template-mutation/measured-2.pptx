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FFA5E66-2927-4127-823B-11936AE11B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340267-EEB5-48A3-80DC-249A1DDFCA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C95845-2024-495B-92F0-77E2A795B6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A098F5-46C7-4617-8575-8031808138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5049DE-7343-4E55-98E8-43DA76A918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F1A953-2A27-40AE-9D47-0541BDF623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2F456C-A3FB-4EEB-AFF1-F2BB926A54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A98413-AF3E-49F0-9FF3-9A7FFC8462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BA0F75-B9C9-497F-BF3B-90896076CC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D9BF6C-7E2D-4708-9A29-83CC6CB96A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3240B9-7978-46A2-B7EE-E4A67CBA9D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0AFC47-0847-4EDC-A9B5-87B036D7C1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726315-111F-4D7B-A86C-3D80BC29DF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2026-10-02T17:01:16Z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