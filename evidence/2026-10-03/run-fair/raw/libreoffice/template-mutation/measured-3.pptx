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AA5585-3350-4DF4-B31E-73996765FD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FB0579-9F1D-47C4-B2BB-677DA6E257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CEDCC8-9DB5-4561-B825-9CDA91749A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09F296-FB5D-4CB8-A1C0-B6F27E9726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419070-4121-4632-BCB2-5ACCE402FC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B4ACBE-A012-430A-B94F-91E41AF126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630B47-9327-41E5-B01D-C20B441B6B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7CFD25-010F-49D9-8A42-818106B66C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F6DEE7-5386-40AF-AA8F-5C799DE894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CD1759-7757-4FC0-ADC1-7E20A6D5DB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4C2D8B-A8A9-499E-9245-4C5BDE9705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E2FBE1-FFBB-424F-AC0C-BDAEF9E7B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31CA83-B803-4AC5-8B50-A3E301CA2A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2026-10-02T17:01:17Z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