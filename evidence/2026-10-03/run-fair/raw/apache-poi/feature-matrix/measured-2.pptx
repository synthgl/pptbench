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3.xml" Type="http://schemas.openxmlformats.org/officeDocument/2006/relationships/slide"/><Relationship Id="rId11" Target="slides/slide4.xml" Type="http://schemas.openxmlformats.org/officeDocument/2006/relationships/slide"/><Relationship Id="rId12" Target="slides/slide5.xml" Type="http://schemas.openxmlformats.org/officeDocument/2006/relationships/slide"/><Relationship Id="rId13" Target="slides/slide6.xml" Type="http://schemas.openxmlformats.org/officeDocument/2006/relationships/slide"/><Relationship Id="rId14" Target="slides/slide7.xml" Type="http://schemas.openxmlformats.org/officeDocument/2006/relationships/slide"/><Relationship Id="rId15" Target="slides/slide8.xml" Type="http://schemas.openxmlformats.org/officeDocument/2006/relationships/slide"/><Relationship Id="rId16" Target="slides/slide9.xml" Type="http://schemas.openxmlformats.org/officeDocument/2006/relationships/slide"/><Relationship Id="rId17" Target="slides/slide10.xml" Type="http://schemas.openxmlformats.org/officeDocument/2006/relationships/slide"/><Relationship Id="rId18" Target="slides/slide11.xml" Type="http://schemas.openxmlformats.org/officeDocument/2006/relationships/slide"/><Relationship Id="rId19" Target="slides/slide12.xml" Type="http://schemas.openxmlformats.org/officeDocument/2006/relationships/slide"/><Relationship Id="rId2" Target="printerSettings/printerSettings1.bin" Type="http://schemas.openxmlformats.org/officeDocument/2006/relationships/printerSettings"/><Relationship Id="rId20" Target="slides/slide13.xml" Type="http://schemas.openxmlformats.org/officeDocument/2006/relationships/slide"/><Relationship Id="rId21" Target="slides/slide14.xml" Type="http://schemas.openxmlformats.org/officeDocument/2006/relationships/slide"/><Relationship Id="rId22" Target="slides/slide15.xml" Type="http://schemas.openxmlformats.org/officeDocument/2006/relationships/slide"/><Relationship Id="rId23" Target="slides/slide16.xml" Type="http://schemas.openxmlformats.org/officeDocument/2006/relationships/slide"/><Relationship Id="rId24" Target="slides/slide17.xml" Type="http://schemas.openxmlformats.org/officeDocument/2006/relationships/slide"/><Relationship Id="rId25" Target="slides/slide18.xml" Type="http://schemas.openxmlformats.org/officeDocument/2006/relationships/slide"/><Relationship Id="rId26" Target="slides/slide19.xml" Type="http://schemas.openxmlformats.org/officeDocument/2006/relationships/slide"/><Relationship Id="rId27" Target="slides/slide20.xml" Type="http://schemas.openxmlformats.org/officeDocument/2006/relationships/slide"/><Relationship Id="rId28" Target="slides/slide21.xml" Type="http://schemas.openxmlformats.org/officeDocument/2006/relationships/slide"/><Relationship Id="rId29" Target="slides/slide22.xml" Type="http://schemas.openxmlformats.org/officeDocument/2006/relationships/slide"/><Relationship Id="rId3" Target="presProps.xml" Type="http://schemas.openxmlformats.org/officeDocument/2006/relationships/presProps"/><Relationship Id="rId30" Target="slides/slide23.xml" Type="http://schemas.openxmlformats.org/officeDocument/2006/relationships/slide"/><Relationship Id="rId31" Target="slides/slide24.xml" Type="http://schemas.openxmlformats.org/officeDocument/2006/relationships/slide"/><Relationship Id="rId32" Target="slides/slide25.xml" Type="http://schemas.openxmlformats.org/officeDocument/2006/relationships/slide"/><Relationship Id="rId33" Target="slides/slide26.xml" Type="http://schemas.openxmlformats.org/officeDocument/2006/relationships/slide"/><Relationship Id="rId34" Target="slides/slide27.xml" Type="http://schemas.openxmlformats.org/officeDocument/2006/relationships/slide"/><Relationship Id="rId35" Target="slides/slide28.xml" Type="http://schemas.openxmlformats.org/officeDocument/2006/relationships/slide"/><Relationship Id="rId36" Target="slides/slide29.xml" Type="http://schemas.openxmlformats.org/officeDocument/2006/relationships/slide"/><Relationship Id="rId37" Target="slides/slide30.xml" Type="http://schemas.openxmlformats.org/officeDocument/2006/relationships/slide"/><Relationship Id="rId38" Target="slides/slide31.xml" Type="http://schemas.openxmlformats.org/officeDocument/2006/relationships/slide"/><Relationship Id="rId39" Target="slides/slide32.xml" Type="http://schemas.openxmlformats.org/officeDocument/2006/relationships/slide"/><Relationship Id="rId4" Target="viewProps.xml" Type="http://schemas.openxmlformats.org/officeDocument/2006/relationships/viewProps"/><Relationship Id="rId40" Target="slides/slide33.xml" Type="http://schemas.openxmlformats.org/officeDocument/2006/relationships/slide"/><Relationship Id="rId41" Target="slides/slide34.xml" Type="http://schemas.openxmlformats.org/officeDocument/2006/relationships/slide"/><Relationship Id="rId42" Target="slides/slide35.xml" Type="http://schemas.openxmlformats.org/officeDocument/2006/relationships/slide"/><Relationship Id="rId43" Target="slides/slide36.xml" Type="http://schemas.openxmlformats.org/officeDocument/2006/relationships/slide"/><Relationship Id="rId44" Target="slides/slide37.xml" Type="http://schemas.openxmlformats.org/officeDocument/2006/relationships/slide"/><Relationship Id="rId45" Target="slides/slide38.xml" Type="http://schemas.openxmlformats.org/officeDocument/2006/relationships/slide"/><Relationship Id="rId46" Target="slides/slide39.xml" Type="http://schemas.openxmlformats.org/officeDocument/2006/relationships/slide"/><Relationship Id="rId47" Target="slides/slide40.xml" Type="http://schemas.openxmlformats.org/officeDocument/2006/relationships/slide"/><Relationship Id="rId48" Target="slides/slide41.xml" Type="http://schemas.openxmlformats.org/officeDocument/2006/relationships/slide"/><Relationship Id="rId49" Target="slides/slide42.xml" Type="http://schemas.openxmlformats.org/officeDocument/2006/relationships/slide"/><Relationship Id="rId5" Target="theme/theme1.xml" Type="http://schemas.openxmlformats.org/officeDocument/2006/relationships/theme"/><Relationship Id="rId50" Target="slides/slide43.xml" Type="http://schemas.openxmlformats.org/officeDocument/2006/relationships/slide"/><Relationship Id="rId51" Target="slides/slide44.xml" Type="http://schemas.openxmlformats.org/officeDocument/2006/relationships/slide"/><Relationship Id="rId52" Target="slides/slide45.xml" Type="http://schemas.openxmlformats.org/officeDocument/2006/relationships/slide"/><Relationship Id="rId53" Target="slides/slide46.xml" Type="http://schemas.openxmlformats.org/officeDocument/2006/relationships/slide"/><Relationship Id="rId54" Target="slides/slide47.xml" Type="http://schemas.openxmlformats.org/officeDocument/2006/relationships/slide"/><Relationship Id="rId55" Target="slides/slide48.xml" Type="http://schemas.openxmlformats.org/officeDocument/2006/relationships/slide"/><Relationship Id="rId56" Target="slides/slide49.xml" Type="http://schemas.openxmlformats.org/officeDocument/2006/relationships/slide"/><Relationship Id="rId57" Target="slides/slide50.xml" Type="http://schemas.openxmlformats.org/officeDocument/2006/relationships/slide"/><Relationship Id="rId58" Target="slides/slide51.xml" Type="http://schemas.openxmlformats.org/officeDocument/2006/relationships/slide"/><Relationship Id="rId59" Target="slides/slide52.xml" Type="http://schemas.openxmlformats.org/officeDocument/2006/relationships/slide"/><Relationship Id="rId6" Target="tableStyles.xml" Type="http://schemas.openxmlformats.org/officeDocument/2006/relationships/tableStyles"/><Relationship Id="rId60" Target="slides/slide53.xml" Type="http://schemas.openxmlformats.org/officeDocument/2006/relationships/slide"/><Relationship Id="rId61" Target="slides/slide54.xml" Type="http://schemas.openxmlformats.org/officeDocument/2006/relationships/slide"/><Relationship Id="rId62" Target="slides/slide55.xml" Type="http://schemas.openxmlformats.org/officeDocument/2006/relationships/slide"/><Relationship Id="rId63" Target="slides/slide56.xml" Type="http://schemas.openxmlformats.org/officeDocument/2006/relationships/slide"/><Relationship Id="rId64" Target="slides/slide57.xml" Type="http://schemas.openxmlformats.org/officeDocument/2006/relationships/slide"/><Relationship Id="rId65" Target="slides/slide58.xml" Type="http://schemas.openxmlformats.org/officeDocument/2006/relationships/slide"/><Relationship Id="rId66" Target="slides/slide59.xml" Type="http://schemas.openxmlformats.org/officeDocument/2006/relationships/slide"/><Relationship Id="rId67" Target="slides/slide60.xml" Type="http://schemas.openxmlformats.org/officeDocument/2006/relationships/slide"/><Relationship Id="rId7" Target="slides/slide1.xml" Type="http://schemas.openxmlformats.org/officeDocument/2006/relationships/slide"/><Relationship Id="rId8" Target="notesMasters/notesMaster1.xml" Type="http://schemas.openxmlformats.org/officeDocument/2006/relationships/notesMaster"/><Relationship Id="rId9" Target="slides/slide2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note retained separately from edit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02</a:t>
            </a:r>
          </a:p>
        </p:txBody>
      </p:sp>
      <p:pic>
        <p:nvPicPr>
          <p:cNvPr descr="image.png"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05</a:t>
            </a:r>
          </a:p>
        </p:txBody>
      </p:sp>
      <p:graphicFrame>
        <p:nvGraphicFramePr>
          <p:cNvPr id="3" name="PPTBenchTable"/>
          <p:cNvGraphicFramePr>
            <a:graphicFrameLocks noGrp="1"/>
          </p:cNvGraphicFramePr>
          <p:nvPr/>
        </p:nvGraphicFramePr>
        <p:xfrm>
          <a:off x="548640" y="1005840"/>
          <a:ext cx="7315200" cy="228600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r>
                        <a:t>S05R0C0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S05R1C0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S05R2C0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S05R3C0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S05R3C3</a:t>
                      </a:r>
                    </a:p>
                  </a:txBody>
                  <a:tcPr marL="73152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06</a:t>
            </a:r>
          </a:p>
        </p:txBody>
      </p:sp>
      <p:sp>
        <p:nvSpPr>
          <p:cNvPr id="3" name="PPTBenchBody0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07</a:t>
            </a:r>
          </a:p>
        </p:txBody>
      </p:sp>
      <p:sp>
        <p:nvSpPr>
          <p:cNvPr id="3" name="PPTBenchBullets"/>
          <p:cNvSpPr txBox="1"/>
          <p:nvPr/>
        </p:nvSpPr>
        <p:spPr>
          <a:xfrm>
            <a:off x="73152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Baseline bullet</a:t>
            </a:r>
          </a:p>
          <a:p>
            <a:pPr lvl="1"/>
            <a:r>
              <a:t>Second bullet</a:t>
            </a:r>
          </a:p>
          <a:p>
            <a:pPr lvl="1"/>
            <a:r>
              <a:t>Third bullet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10</a:t>
            </a:r>
          </a:p>
        </p:txBody>
      </p:sp>
      <p:graphicFrame>
        <p:nvGraphicFramePr>
          <p:cNvPr id="3" name="PPTBenchPeriodicTable1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10/0/0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12</a:t>
            </a:r>
          </a:p>
        </p:txBody>
      </p:sp>
      <p:sp>
        <p:nvSpPr>
          <p:cNvPr id="3" name="PPTBenchBody1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18</a:t>
            </a:r>
          </a:p>
        </p:txBody>
      </p:sp>
      <p:sp>
        <p:nvSpPr>
          <p:cNvPr id="3" name="PPTBenchBody1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20</a:t>
            </a:r>
          </a:p>
        </p:txBody>
      </p:sp>
      <p:graphicFrame>
        <p:nvGraphicFramePr>
          <p:cNvPr id="3" name="PPTBenchPeriodicTable2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20/0/0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24</a:t>
            </a:r>
          </a:p>
        </p:txBody>
      </p:sp>
      <p:sp>
        <p:nvSpPr>
          <p:cNvPr id="3" name="PPTBenchBody2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30</a:t>
            </a:r>
          </a:p>
        </p:txBody>
      </p:sp>
      <p:graphicFrame>
        <p:nvGraphicFramePr>
          <p:cNvPr id="3" name="PPTBenchPeriodicTable3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30/0/0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36</a:t>
            </a:r>
          </a:p>
        </p:txBody>
      </p:sp>
      <p:sp>
        <p:nvSpPr>
          <p:cNvPr id="3" name="PPTBenchBody3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40</a:t>
            </a:r>
          </a:p>
        </p:txBody>
      </p:sp>
      <p:graphicFrame>
        <p:nvGraphicFramePr>
          <p:cNvPr id="3" name="PPTBenchPeriodicTable4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40/0/0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42</a:t>
            </a:r>
          </a:p>
        </p:txBody>
      </p:sp>
      <p:sp>
        <p:nvSpPr>
          <p:cNvPr id="3" name="PPTBenchBody4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48</a:t>
            </a:r>
          </a:p>
        </p:txBody>
      </p:sp>
      <p:sp>
        <p:nvSpPr>
          <p:cNvPr id="3" name="PPTBenchBody4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50</a:t>
            </a:r>
          </a:p>
        </p:txBody>
      </p:sp>
      <p:graphicFrame>
        <p:nvGraphicFramePr>
          <p:cNvPr id="3" name="PPTBenchPeriodicTable5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50/0/0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54</a:t>
            </a:r>
          </a:p>
        </p:txBody>
      </p:sp>
      <p:sp>
        <p:nvSpPr>
          <p:cNvPr id="3" name="PPTBenchBody5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6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60</a:t>
            </a:r>
          </a:p>
        </p:txBody>
      </p:sp>
      <p:graphicFrame>
        <p:nvGraphicFramePr>
          <p:cNvPr id="3" name="PPTBenchPeriodicTable6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60/0/0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unknown/pptbench.xml><?xml version="1.0" encoding="utf-8"?>
<pptbench:marker xmlns:pptbench="https://pptbench.local/unknown">opaque</pptbench:marke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1980-01-01T00:00:00Z</dcterms:created>
  <dc:description>generated using python-pptx</dc:description>
  <cp:lastModifiedBy>Steve Canny</cp:lastModifiedBy>
  <dcterms:modified xsi:type="dcterms:W3CDTF">1980-01-01T00:00:00Z</dcterms:modified>
  <cp:revision>1</cp:revision>
</cp:coreProperties>
</file>