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hart3.xml" ContentType="application/vnd.openxmlformats-officedocument.drawingml.chart+xml"/>
  <Override PartName="/ppt/charts/colors2.xml" ContentType="application/vnd.ms-office.chartcolorstyle+xml"/>
  <Override PartName="/ppt/charts/chart1.xml" ContentType="application/vnd.openxmlformats-officedocument.drawingml.chart+xml"/>
  <Override PartName="/ppt/charts/style1.xml" ContentType="application/vnd.ms-office.chartstyle+xml"/>
  <Override PartName="/ppt/charts/style3.xml" ContentType="application/vnd.ms-office.chartstyle+xml"/>
  <Override PartName="/ppt/charts/colors3.xml" ContentType="application/vnd.ms-office.chartcolorstyl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Revenue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East</c:v>
                </c:pt>
                <c:pt idx="1">
                  <c:v>42</c:v>
                </c:pt>
                <c:pt idx="2">
                  <c:v>84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42</c:v>
                </c:pt>
                <c:pt idx="1">
                  <c:v>84</c:v>
                </c:pt>
                <c:pt idx="2">
                  <c:v>126</c:v>
                </c:pt>
              </c:numCache>
            </c:numRef>
          </c:val>
        </c:ser>
        <c:gapWidth val="150"/>
        <c:overlap val="0"/>
        <c:axId val="22217533"/>
        <c:axId val="46943830"/>
      </c:barChart>
      <c:catAx>
        <c:axId val="22217533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46943830"/>
        <c:crosses val="autoZero"/>
        <c:auto val="1"/>
        <c:lblAlgn val="ctr"/>
        <c:lblOffset val="100"/>
        <c:noMultiLvlLbl val="0"/>
      </c:catAx>
      <c:valAx>
        <c:axId val="46943830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22217533"/>
        <c:crosses val="autoZero"/>
        <c:crossBetween val="between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21</c:v>
                </c:pt>
                <c:pt idx="2">
                  <c:v>55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13</c:v>
                </c:pt>
                <c:pt idx="1">
                  <c:v>34</c:v>
                </c:pt>
                <c:pt idx="2">
                  <c:v>89</c:v>
                </c:pt>
              </c:numCache>
            </c:numRef>
          </c:yVal>
          <c:smooth val="0"/>
        </c:ser>
        <c:axId val="33030309"/>
        <c:axId val="38223889"/>
      </c:scatterChart>
      <c:valAx>
        <c:axId val="3303030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38223889"/>
        <c:crosses val="autoZero"/>
        <c:crossBetween val="midCat"/>
      </c:valAx>
      <c:valAx>
        <c:axId val="38223889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33030309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Pipeline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ubbleChart>
        <c:varyColors val="0"/>
        <c:ser>
          <c:idx val="0"/>
          <c:order val="0"/>
          <c:tx>
            <c:strRef>
              <c:f>label 2</c:f>
              <c:strCache>
                <c:ptCount val="1"/>
                <c:pt idx="0">
                  <c:v>Pipeline</c:v>
                </c:pt>
              </c:strCache>
            </c:strRef>
          </c:tx>
          <c:spPr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5</c:v>
                </c:pt>
                <c:pt idx="1">
                  <c:v>34</c:v>
                </c:pt>
                <c:pt idx="2">
                  <c:v>8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13</c:v>
                </c:pt>
                <c:pt idx="1">
                  <c:v>55</c:v>
                </c:pt>
                <c:pt idx="2">
                  <c:v>13</c:v>
                </c:pt>
              </c:numCache>
            </c:numRef>
          </c:yVal>
          <c:bubbleSize>
            <c:numRef>
              <c:f>2</c:f>
              <c:numCache>
                <c:formatCode>General</c:formatCode>
                <c:ptCount val="3"/>
                <c:pt idx="0">
                  <c:v>21</c:v>
                </c:pt>
                <c:pt idx="1">
                  <c:v>89</c:v>
                </c:pt>
                <c:pt idx="2">
                  <c:v>21</c:v>
                </c:pt>
              </c:numCache>
            </c:numRef>
          </c:bubbleSize>
          <c:bubble3D val="0"/>
        </c:ser>
        <c:axId val="74147220"/>
        <c:axId val="73071182"/>
      </c:bubbleChart>
      <c:valAx>
        <c:axId val="7414722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73071182"/>
        <c:crosses val="autoZero"/>
        <c:crossBetween val="midCat"/>
      </c:valAx>
      <c:valAx>
        <c:axId val="73071182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74147220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CB60D1-BC01-4FD5-8421-135F061D7D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2F867D-E1F3-4F56-B8EB-AEE76754C5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1F9F66A-E89D-4305-AC2C-D79B8811A7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0696CC-53F1-4421-901C-AE18389EB2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5CB418-B55E-4258-8CFA-1736C83B92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C56E49-3291-4A27-B135-B229A8F4A8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5BDED9-DF27-46AF-BAFC-4FE828A262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2CE8A31-8ECF-42B8-90C5-F482D5D89E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44F541-E851-4C1F-AA2E-374E48DDD2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90EF5-AC50-4A55-9BA7-131403AD8C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7A30CD-4325-458B-9F46-EECD4265A4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Chart 1"/>
          <p:cNvGraphicFramePr/>
          <p:nvPr/>
        </p:nvGraphicFramePr>
        <p:xfrm>
          <a:off x="457200" y="457200"/>
          <a:ext cx="7314840" cy="3657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