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56970770"/>
        <c:axId val="81876715"/>
      </c:barChart>
      <c:catAx>
        <c:axId val="56970770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1876715"/>
        <c:crosses val="autoZero"/>
        <c:auto val="1"/>
        <c:lblAlgn val="ctr"/>
        <c:lblOffset val="100"/>
        <c:noMultiLvlLbl val="0"/>
      </c:catAx>
      <c:valAx>
        <c:axId val="8187671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697077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32957588"/>
        <c:axId val="45034944"/>
      </c:scatterChart>
      <c:valAx>
        <c:axId val="329575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5034944"/>
        <c:crosses val="autoZero"/>
        <c:crossBetween val="midCat"/>
      </c:valAx>
      <c:valAx>
        <c:axId val="4503494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2957588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88273171"/>
        <c:axId val="46636327"/>
      </c:bubbleChart>
      <c:valAx>
        <c:axId val="882731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6636327"/>
        <c:crosses val="autoZero"/>
        <c:crossBetween val="midCat"/>
      </c:valAx>
      <c:valAx>
        <c:axId val="46636327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8273171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FE72A9-82CE-4919-93A4-D7AEB4CFF5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51C7CB-A920-4395-830C-BF0B0EF29D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7C6BEC-B03C-4AB7-B3F4-730CC6CA58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0F728D-3CA1-49CB-B0CD-3022D016E4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3E284D-F347-4222-9918-5126C7C9A3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49981F-33BE-4F40-8821-92006B64E0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E33D4A-14AE-4B15-8397-B939ACED69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535E3E-AED4-4B74-A26E-BDA293E649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CC5215-92C4-4717-B8D1-7930CB4B95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D4C140-A526-46CE-9ECD-341A03A5E1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E2A8F1-4672-456E-9B64-69E0855F5D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