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hart3.xml" ContentType="application/vnd.openxmlformats-officedocument.drawingml.chart+xml"/>
  <Override PartName="/ppt/charts/colors2.xml" ContentType="application/vnd.ms-office.chartcolorstyle+xml"/>
  <Override PartName="/ppt/charts/chart1.xml" ContentType="application/vnd.openxmlformats-officedocument.drawingml.chart+xml"/>
  <Override PartName="/ppt/charts/style1.xml" ContentType="application/vnd.ms-office.chartstyle+xml"/>
  <Override PartName="/ppt/charts/style3.xml" ContentType="application/vnd.ms-office.chartstyle+xml"/>
  <Override PartName="/ppt/charts/colors3.xml" ContentType="application/vnd.ms-office.chartcolorstyl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Revenue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Revenue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East</c:v>
                </c:pt>
                <c:pt idx="1">
                  <c:v>42</c:v>
                </c:pt>
                <c:pt idx="2">
                  <c:v>84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42</c:v>
                </c:pt>
                <c:pt idx="1">
                  <c:v>84</c:v>
                </c:pt>
                <c:pt idx="2">
                  <c:v>126</c:v>
                </c:pt>
              </c:numCache>
            </c:numRef>
          </c:val>
        </c:ser>
        <c:gapWidth val="150"/>
        <c:overlap val="0"/>
        <c:axId val="78375321"/>
        <c:axId val="13550128"/>
      </c:barChart>
      <c:catAx>
        <c:axId val="78375321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13550128"/>
        <c:crosses val="autoZero"/>
        <c:auto val="1"/>
        <c:lblAlgn val="ctr"/>
        <c:lblOffset val="100"/>
        <c:noMultiLvlLbl val="0"/>
      </c:catAx>
      <c:valAx>
        <c:axId val="13550128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8375321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sz="10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21</c:v>
                </c:pt>
                <c:pt idx="2">
                  <c:v>55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34</c:v>
                </c:pt>
                <c:pt idx="2">
                  <c:v>89</c:v>
                </c:pt>
              </c:numCache>
            </c:numRef>
          </c:yVal>
          <c:smooth val="0"/>
        </c:ser>
        <c:axId val="83595410"/>
        <c:axId val="58708142"/>
      </c:scatterChart>
      <c:valAx>
        <c:axId val="8359541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58708142"/>
        <c:crosses val="autoZero"/>
        <c:crossBetween val="midCat"/>
      </c:valAx>
      <c:valAx>
        <c:axId val="5870814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3595410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2160" b="1" u="none" strike="noStrike">
                <a:solidFill>
                  <a:srgbClr val="000000"/>
                </a:solidFill>
                <a:uFillTx/>
                <a:latin typeface="Calibri"/>
              </a:rPr>
              <a:t>Pipeline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ubbleChart>
        <c:varyColors val="0"/>
        <c:ser>
          <c:idx val="0"/>
          <c:order val="0"/>
          <c:tx>
            <c:strRef>
              <c:f>label 2</c:f>
              <c:strCache>
                <c:ptCount val="1"/>
                <c:pt idx="0">
                  <c:v>Pipeline</c:v>
                </c:pt>
              </c:strCache>
            </c:strRef>
          </c:tx>
          <c:spPr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numRef>
              <c:f>1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8</c:v>
                </c:pt>
              </c:numCache>
            </c:numRef>
          </c:xVal>
          <c:yVal>
            <c:numRef>
              <c:f>0</c:f>
              <c:numCache>
                <c:formatCode>General</c:formatCode>
                <c:ptCount val="3"/>
                <c:pt idx="0">
                  <c:v>13</c:v>
                </c:pt>
                <c:pt idx="1">
                  <c:v>55</c:v>
                </c:pt>
                <c:pt idx="2">
                  <c:v>13</c:v>
                </c:pt>
              </c:numCache>
            </c:numRef>
          </c:yVal>
          <c:bubbleSize>
            <c:numRef>
              <c:f>2</c:f>
              <c:numCache>
                <c:formatCode>General</c:formatCode>
                <c:ptCount val="3"/>
                <c:pt idx="0">
                  <c:v>21</c:v>
                </c:pt>
                <c:pt idx="1">
                  <c:v>89</c:v>
                </c:pt>
                <c:pt idx="2">
                  <c:v>21</c:v>
                </c:pt>
              </c:numCache>
            </c:numRef>
          </c:bubbleSize>
          <c:bubble3D val="0"/>
        </c:ser>
        <c:axId val="20131793"/>
        <c:axId val="77640395"/>
      </c:bubbleChart>
      <c:valAx>
        <c:axId val="2013179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77640395"/>
        <c:crosses val="autoZero"/>
        <c:crossBetween val="midCat"/>
      </c:valAx>
      <c:valAx>
        <c:axId val="7764039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800" b="0" u="none" strike="noStrik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20131793"/>
        <c:crosses val="autoZero"/>
        <c:crossBetween val="midCat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8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B4326C-429E-4DE4-ABE8-EAD58658F8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7252ED-9CB2-48AB-8E98-B731117764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B13B23-9C27-45E1-941C-00FDDF895EB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DF9BCD-840F-4714-8BFC-5A2E5B368D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2EEB38-7B58-41C3-A845-B475EE2209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338363-765B-49EA-AA63-35B0FE596C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7D24F0-45FD-4ADF-BD7A-D0CD8EEC7F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78C197-2D16-4C2E-AA6A-E87D34AE500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8B3583-59ED-4FF4-A736-E3CCB1F753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64D449-533C-474A-8ED2-963651F729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831066-7339-4968-B92F-F6C589137A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Chart 1"/>
          <p:cNvGraphicFramePr/>
          <p:nvPr/>
        </p:nvGraphicFramePr>
        <p:xfrm>
          <a:off x="457200" y="457200"/>
          <a:ext cx="7314840" cy="365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>Steve Canny</cp:lastModifiedBy>
  <dcterms:modified xsi:type="dcterms:W3CDTF">1980-01-01T00:00:00Z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