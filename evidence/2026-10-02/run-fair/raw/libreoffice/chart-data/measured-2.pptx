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66603562"/>
        <c:axId val="44588721"/>
      </c:barChart>
      <c:catAx>
        <c:axId val="66603562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4588721"/>
        <c:crosses val="autoZero"/>
        <c:auto val="1"/>
        <c:lblAlgn val="ctr"/>
        <c:lblOffset val="100"/>
        <c:noMultiLvlLbl val="0"/>
      </c:catAx>
      <c:valAx>
        <c:axId val="4458872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660356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77984524"/>
        <c:axId val="70995572"/>
      </c:scatterChart>
      <c:valAx>
        <c:axId val="779845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0995572"/>
        <c:crosses val="autoZero"/>
        <c:crossBetween val="midCat"/>
      </c:valAx>
      <c:valAx>
        <c:axId val="709955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7984524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98236031"/>
        <c:axId val="16254648"/>
      </c:bubbleChart>
      <c:valAx>
        <c:axId val="9823603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254648"/>
        <c:crosses val="autoZero"/>
        <c:crossBetween val="midCat"/>
      </c:valAx>
      <c:valAx>
        <c:axId val="1625464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8236031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FD4586-E8C7-44B4-8FE1-65D6C13231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3CF1EE-FC02-49E1-9311-3FE456E04D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245569-0D49-4CCE-8532-1041F08040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63B325-6CE2-48B3-9731-2581C78DCA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B3D19B-DBB7-43D3-A8C3-556644F029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046C3-BAEA-4E12-824E-3277DB7123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675FF2-3A92-44B6-A075-F1A3D3FA85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7E2AB0-D14F-4877-9025-5CF177FBA6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CF62B1-D40A-4B2B-8E9F-D5F750721F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7340D2-5979-445E-8968-EA382AC1AD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E233BE-B1ED-40AE-B8B5-1B13D28325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