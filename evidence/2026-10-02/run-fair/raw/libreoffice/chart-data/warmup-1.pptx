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hart3.xml" ContentType="application/vnd.openxmlformats-officedocument.drawingml.chart+xml"/>
  <Override PartName="/ppt/charts/colors2.xml" ContentType="application/vnd.ms-office.chartcolorstyle+xml"/>
  <Override PartName="/ppt/charts/chart1.xml" ContentType="application/vnd.openxmlformats-officedocument.drawingml.chart+xml"/>
  <Override PartName="/ppt/charts/style1.xml" ContentType="application/vnd.ms-office.chartstyle+xml"/>
  <Override PartName="/ppt/charts/style3.xml" ContentType="application/vnd.ms-office.chartstyle+xml"/>
  <Override PartName="/ppt/charts/colors3.xml" ContentType="application/vnd.ms-office.chartcolorstyl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Revenue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East</c:v>
                </c:pt>
                <c:pt idx="1">
                  <c:v>42</c:v>
                </c:pt>
                <c:pt idx="2">
                  <c:v>84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42</c:v>
                </c:pt>
                <c:pt idx="1">
                  <c:v>84</c:v>
                </c:pt>
                <c:pt idx="2">
                  <c:v>126</c:v>
                </c:pt>
              </c:numCache>
            </c:numRef>
          </c:val>
        </c:ser>
        <c:gapWidth val="150"/>
        <c:overlap val="0"/>
        <c:axId val="11837152"/>
        <c:axId val="89459037"/>
      </c:barChart>
      <c:catAx>
        <c:axId val="11837152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89459037"/>
        <c:crosses val="autoZero"/>
        <c:auto val="1"/>
        <c:lblAlgn val="ctr"/>
        <c:lblOffset val="100"/>
        <c:noMultiLvlLbl val="0"/>
      </c:catAx>
      <c:valAx>
        <c:axId val="89459037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1183715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21</c:v>
                </c:pt>
                <c:pt idx="2">
                  <c:v>55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13</c:v>
                </c:pt>
                <c:pt idx="1">
                  <c:v>34</c:v>
                </c:pt>
                <c:pt idx="2">
                  <c:v>89</c:v>
                </c:pt>
              </c:numCache>
            </c:numRef>
          </c:yVal>
          <c:smooth val="0"/>
        </c:ser>
        <c:axId val="69037451"/>
        <c:axId val="4121517"/>
      </c:scatterChart>
      <c:valAx>
        <c:axId val="6903745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4121517"/>
        <c:crosses val="autoZero"/>
        <c:crossBetween val="midCat"/>
      </c:valAx>
      <c:valAx>
        <c:axId val="4121517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69037451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Pipeline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ubbleChart>
        <c:varyColors val="0"/>
        <c:ser>
          <c:idx val="0"/>
          <c:order val="0"/>
          <c:tx>
            <c:strRef>
              <c:f>label 2</c:f>
              <c:strCache>
                <c:ptCount val="1"/>
                <c:pt idx="0">
                  <c:v>Pipeline</c:v>
                </c:pt>
              </c:strCache>
            </c:strRef>
          </c:tx>
          <c:spPr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34</c:v>
                </c:pt>
                <c:pt idx="2">
                  <c:v>8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13</c:v>
                </c:pt>
                <c:pt idx="1">
                  <c:v>55</c:v>
                </c:pt>
                <c:pt idx="2">
                  <c:v>13</c:v>
                </c:pt>
              </c:numCache>
            </c:numRef>
          </c:yVal>
          <c:bubbleSize>
            <c:numRef>
              <c:f>2</c:f>
              <c:numCache>
                <c:formatCode>General</c:formatCode>
                <c:ptCount val="3"/>
                <c:pt idx="0">
                  <c:v>21</c:v>
                </c:pt>
                <c:pt idx="1">
                  <c:v>89</c:v>
                </c:pt>
                <c:pt idx="2">
                  <c:v>21</c:v>
                </c:pt>
              </c:numCache>
            </c:numRef>
          </c:bubbleSize>
          <c:bubble3D val="0"/>
        </c:ser>
        <c:axId val="31209187"/>
        <c:axId val="98470386"/>
      </c:bubbleChart>
      <c:valAx>
        <c:axId val="3120918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98470386"/>
        <c:crosses val="autoZero"/>
        <c:crossBetween val="midCat"/>
      </c:valAx>
      <c:valAx>
        <c:axId val="98470386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31209187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779AF48-D4F8-4540-BEB7-488690BAC2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59CC4E-8CF0-41D0-A53B-FE417FA874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2020787-8846-41F2-A394-EDCB54D3DC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48A4BA-81DC-47B6-B3C5-25BE8B88C7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75CDBD4-28E8-4162-9ECC-C7282E6D81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3144E53-5B88-4EC4-AA4B-2F6E6E960E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A0A403-EF02-4019-A9BA-74D8C95DA3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85A227-82FE-482D-AFC8-3454AE4ED6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46CE59-E638-4D20-ABEC-6EC7465392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F27BB3C-912B-4584-9BB9-8FC537B618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B85F85-420C-437D-AB99-1912A79BAE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