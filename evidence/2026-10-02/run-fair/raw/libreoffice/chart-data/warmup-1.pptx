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hart3.xml" ContentType="application/vnd.openxmlformats-officedocument.drawingml.chart+xml"/>
  <Override PartName="/ppt/charts/colors2.xml" ContentType="application/vnd.ms-office.chartcolorstyle+xml"/>
  <Override PartName="/ppt/charts/chart1.xml" ContentType="application/vnd.openxmlformats-officedocument.drawingml.chart+xml"/>
  <Override PartName="/ppt/charts/style1.xml" ContentType="application/vnd.ms-office.chartstyle+xml"/>
  <Override PartName="/ppt/charts/style3.xml" ContentType="application/vnd.ms-office.chartstyle+xml"/>
  <Override PartName="/ppt/charts/colors3.xml" ContentType="application/vnd.ms-office.chartcolorstyl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Revenue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Revenue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East</c:v>
                </c:pt>
                <c:pt idx="1">
                  <c:v>42</c:v>
                </c:pt>
                <c:pt idx="2">
                  <c:v>84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42</c:v>
                </c:pt>
                <c:pt idx="1">
                  <c:v>84</c:v>
                </c:pt>
                <c:pt idx="2">
                  <c:v>126</c:v>
                </c:pt>
              </c:numCache>
            </c:numRef>
          </c:val>
        </c:ser>
        <c:gapWidth val="150"/>
        <c:overlap val="0"/>
        <c:axId val="10029097"/>
        <c:axId val="47368172"/>
      </c:barChart>
      <c:catAx>
        <c:axId val="10029097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47368172"/>
        <c:crosses val="autoZero"/>
        <c:auto val="1"/>
        <c:lblAlgn val="ctr"/>
        <c:lblOffset val="100"/>
        <c:noMultiLvlLbl val="0"/>
      </c:catAx>
      <c:valAx>
        <c:axId val="47368172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0029097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4A7EBB"/>
            </a:solidFill>
            <a:ln w="28440">
              <a:solidFill>
                <a:srgbClr val="4A7EBB"/>
              </a:solidFill>
              <a:round/>
            </a:ln>
          </c:spPr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21</c:v>
                </c:pt>
                <c:pt idx="2">
                  <c:v>55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34</c:v>
                </c:pt>
                <c:pt idx="2">
                  <c:v>89</c:v>
                </c:pt>
              </c:numCache>
            </c:numRef>
          </c:yVal>
          <c:smooth val="0"/>
        </c:ser>
        <c:axId val="88511596"/>
        <c:axId val="45051674"/>
      </c:scatterChart>
      <c:valAx>
        <c:axId val="8851159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45051674"/>
        <c:crosses val="autoZero"/>
        <c:crossBetween val="midCat"/>
      </c:valAx>
      <c:valAx>
        <c:axId val="45051674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88511596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Pipeline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ubbleChart>
        <c:varyColors val="0"/>
        <c:ser>
          <c:idx val="0"/>
          <c:order val="0"/>
          <c:tx>
            <c:strRef>
              <c:f>label 2</c:f>
              <c:strCache>
                <c:ptCount val="1"/>
                <c:pt idx="0">
                  <c:v>Pipeline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34</c:v>
                </c:pt>
                <c:pt idx="2">
                  <c:v>8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55</c:v>
                </c:pt>
                <c:pt idx="2">
                  <c:v>13</c:v>
                </c:pt>
              </c:numCache>
            </c:numRef>
          </c:yVal>
          <c:bubbleSize>
            <c:numRef>
              <c:f>2</c:f>
              <c:numCache>
                <c:formatCode>General</c:formatCode>
                <c:ptCount val="3"/>
                <c:pt idx="0">
                  <c:v>21</c:v>
                </c:pt>
                <c:pt idx="1">
                  <c:v>89</c:v>
                </c:pt>
                <c:pt idx="2">
                  <c:v>21</c:v>
                </c:pt>
              </c:numCache>
            </c:numRef>
          </c:bubbleSize>
          <c:bubble3D val="0"/>
        </c:ser>
        <c:axId val="99847458"/>
        <c:axId val="15449568"/>
      </c:bubbleChart>
      <c:valAx>
        <c:axId val="9984745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5449568"/>
        <c:crosses val="autoZero"/>
        <c:crossBetween val="midCat"/>
      </c:valAx>
      <c:valAx>
        <c:axId val="15449568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99847458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894579-1FDA-4CE2-9E6B-35782BA5BE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8E8C16-B74A-4388-B799-58C1923F684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0C22B56-60B1-4150-BE1D-FD0705F9A17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C6F402-B4D1-4345-A3C1-CCB7A302601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AC9235-8D9B-4BD8-AA69-AC0628416E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68EA6F-57A2-4978-915E-C0E1E3FF1D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84080D-0277-4B44-8B86-FC573AF8A6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9A3571-FE01-4889-B126-117691A5121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A3342A1-01D0-448D-9550-E3F160C4E02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DC1427-EF34-429B-B358-2A6D1EF720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477511-4A71-42D8-9BFD-E6BFC856633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