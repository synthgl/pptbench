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66E2981-3FAE-49F8-A9BD-BACADC9CBBF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58E23B-9F6B-4E6B-9F25-F20E303B66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3F1BC7-D9E9-495D-97D1-FBB2E3826AB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ED2E82-257B-4FE8-A9E6-EFC1AC8704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758AB5-D64A-44D7-820A-F27DBA9524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E9C3EA-1024-4F10-8248-5D06847D028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1CF612-2B5D-4B64-9650-9B4C99C64C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D44454-4624-489D-AA43-74D9076711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B2DD1E-D590-45FA-AE4F-5F6D6C6BC2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67FE71-AAB0-4A60-954D-534CFAE6FB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474236-861C-4B2A-BB5E-D7C07F4FE5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9B608D-A6D9-4069-9AA7-14BC488409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DCD7C6-2AA4-4637-8AC0-AC99972BDA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2026-10-02T00:43:00Z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