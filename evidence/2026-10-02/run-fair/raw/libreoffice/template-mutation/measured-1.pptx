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47.xml" ContentType="application/vnd.openxmlformats-officedocument.presentationml.slide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5B7040F-0942-4ABD-99A3-45B8F6887A0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Synthetic note retained separately from edit success.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E12957F-1737-4E0F-8432-CB00DC7FA4F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9EC525-2D79-4719-A481-4D9242364F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E3D8F8-0ACB-440C-8620-DCD7597C27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537DA1-669C-4C9D-BBF3-7C2D480C30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B0C0B0-D4F3-4B74-8E25-5A9C70425C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750CB6C-1FC9-4CAB-A6B0-AD79B74725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CF211B-1F03-4E5C-9D28-28F50DF6D9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440372-1B07-41C3-B8C9-22C82CBB26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6B6E75-7387-41AD-8ED6-DE040F0804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CC16D2-F605-4F38-8308-BDCD733EAD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2FAB8-4551-4543-8634-C764A5F724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10B2A2-A0B6-490F-9F57-7609A68647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PTBenchTitle0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PTBenchTitle0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2" descr="image.png"/>
          <p:cNvPicPr/>
          <p:nvPr/>
        </p:nvPicPr>
        <p:blipFill>
          <a:blip r:embed="rId1"/>
          <a:stretch/>
        </p:blipFill>
        <p:spPr>
          <a:xfrm>
            <a:off x="7680960" y="365760"/>
            <a:ext cx="273960" cy="27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PTBenchTitle0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PTBenchTitle0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PTBenchTitle0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PPTBenchTable"/>
          <p:cNvGraphicFramePr/>
          <p:nvPr/>
        </p:nvGraphicFramePr>
        <p:xfrm>
          <a:off x="548640" y="1005840"/>
          <a:ext cx="7314840" cy="228564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S05R0C3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S05R1C3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UPDATED-TABLE-B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S05R2C3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71320"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S05R3C3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PTBenchTitle0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PTBenchBody0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PTBenchTitle0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PTBenchBullets"/>
          <p:cNvSpPr/>
          <p:nvPr/>
        </p:nvSpPr>
        <p:spPr>
          <a:xfrm>
            <a:off x="731520" y="914400"/>
            <a:ext cx="2274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Baseline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UPDATED-BULLET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bullet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PTBenchTitle0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PTBenchTitle0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09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PTBenchTitle1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PTBenchPeriodicTable1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PTBenchTitle1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PTBenchTitle1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PTBenchBody1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PTBenchTitle1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PTBenchTitle1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PTBenchTitle1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PTBenchTitle1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PTBenchTitle1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PTBenchTitle1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PTBenchBody1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18.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PTBenchTitle1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19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PTBenchTitle2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PPTBenchPeriodicTable2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PTBenchTitle2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PTBenchTitle2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PTBenchTitle2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PTBenchTitle2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PTBenchBody2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24.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PTBenchTitle2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PTBenchTitle2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PTBenchTitle2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PTBenchTitle2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PTBenchTitle2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29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PTBenchTitle3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PPTBenchPeriodicTable3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PTBenchTitle3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PTBenchTitle3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PTBenchTitle3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PTBenchTitle3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PTBenchTitle3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PTBenchTitle3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PTBenchBody36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36.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PTBenchTitle3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PTBenchTitle3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PTBenchTitle3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39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PTBenchTitle4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PPTBenchPeriodicTable4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PTBenchTitle4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PTBenchTitle4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PTBenchBody42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42.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PTBenchTitle4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PTBenchTitle4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PTBenchTitle4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PTBenchTitle4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PTBenchTitle4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PTBenchTitle4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PTBenchBody48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48.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PTBenchTitle4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49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PTBenchTitle5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PPTBenchPeriodicTable5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PTBenchTitle51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PTBenchTitle52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PTBenchTitle53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PTBenchTitle54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PTBenchBody54"/>
          <p:cNvSpPr/>
          <p:nvPr/>
        </p:nvSpPr>
        <p:spPr>
          <a:xfrm>
            <a:off x="731520" y="9144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content for feature check 54.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PTBenchTitle55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PTBenchTitle56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56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PTBenchTitle57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57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PTBenchTitle58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58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PTBenchTitle59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59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PTBenchTitle60"/>
          <p:cNvSpPr/>
          <p:nvPr/>
        </p:nvSpPr>
        <p:spPr>
          <a:xfrm>
            <a:off x="457200" y="27432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Synthetic mixed template slide 60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3" name="PPTBenchPeriodicTable60"/>
          <p:cNvGraphicFramePr/>
          <p:nvPr/>
        </p:nvGraphicFramePr>
        <p:xfrm>
          <a:off x="731520" y="914400"/>
          <a:ext cx="5486040" cy="164592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60/0/0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60/0/1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60/0/2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60/1/2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60/2/2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1980-01-01T00:00:00Z</dcterms:created>
  <dc:creator/>
  <dc:description>generated using python-pptx</dc:description>
  <dc:language>en-US</dc:language>
  <cp:lastModifiedBy/>
  <dcterms:modified xsi:type="dcterms:W3CDTF">2026-10-02T01:03:13Z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