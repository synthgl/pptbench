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00ABF4E-05DD-4929-8EC6-4AF9BF99E71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4B3B92-A61C-431B-8D9A-333A5D0009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931726-4B72-4310-B7E5-37967AD704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C7D28D-702C-4262-80A3-00D0D9E800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A47183-48A4-4FC8-A01B-4EB5528FFE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85384D-5A35-4A2E-902D-21EC7CC6B6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CE1575-3A75-443A-99A9-B9A9E7BD6C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8802D4-9F70-47D7-AB70-9A4CA1DE32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42DDBE-4C71-4861-B941-08E9385217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EEC090-9CC5-409A-8D9B-4C7DB34B40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1C8BAB-ABFE-4D79-8814-6E6AB93AB9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05C19D-C1EA-4C17-84C4-ED3923A6E0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A3ECF8-A8D8-4934-88C1-69046BEC3B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2026-10-02T01:03:23Z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