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58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40.xml" ContentType="application/vnd.openxmlformats-officedocument.presentationml.slide+xml"/>
  <Override PartName="/ppt/slides/slide22.xml" ContentType="application/vnd.openxmlformats-officedocument.presentationml.slide+xml"/>
  <Override PartName="/ppt/slides/slide30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3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47.xml" ContentType="application/vnd.openxmlformats-officedocument.presentationml.slide+xml"/>
  <Override PartName="/ppt/slides/slide42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20.xml" ContentType="application/vnd.openxmlformats-officedocument.presentationml.slide+xml"/>
  <Override PartName="/ppt/slides/slide51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43.xml" ContentType="application/vnd.openxmlformats-officedocument.presentationml.slide+xml"/>
  <Override PartName="/ppt/slides/slide57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53.xml" ContentType="application/vnd.openxmlformats-officedocument.presentationml.slide+xml"/>
  <Override PartName="/ppt/slides/slide39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60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98275F5-ACFD-4678-911E-689A7386E2F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Synthetic note retained separately from edit success.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6B9FF16-1C3A-4A30-9A23-5B4AE2A26EC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029EDF3-ECBA-49EE-A709-F1AFB524788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8F4F80-17B2-44B1-B805-B988C18D90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D1C1E03-1B86-4BBE-8253-CF6A31D48C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33FABB-4A5F-4D2B-A81D-105CEF49900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947A48-7EC6-4673-B295-F130FCEF79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CA96E9A-EBC6-4761-AB9B-30FA9AE84F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2F807C-5179-4EA5-B178-83EA58833E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F50EED-B0BE-437F-BAA2-F415B801B01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517E703-2DFE-4130-B734-8E82D8CF260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362801B-4B8B-4DBC-B65C-08ED876B00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16997AC-05EB-4DB0-A215-CAC3FD4DB6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PTBenchTitle0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PTBenchTitle0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2" descr="image.png"/>
          <p:cNvPicPr/>
          <p:nvPr/>
        </p:nvPicPr>
        <p:blipFill>
          <a:blip r:embed="rId1"/>
          <a:stretch/>
        </p:blipFill>
        <p:spPr>
          <a:xfrm>
            <a:off x="7680960" y="365760"/>
            <a:ext cx="273960" cy="27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PTBenchTitle0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PTBenchTitle0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PTBenchTitle0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3" name="PPTBenchTable"/>
          <p:cNvGraphicFramePr/>
          <p:nvPr/>
        </p:nvGraphicFramePr>
        <p:xfrm>
          <a:off x="548640" y="1005840"/>
          <a:ext cx="7314840" cy="228564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</a:tblGrid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S05R0C3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UPDATED-TABLE-A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UPDATED-TABLE-B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PTBenchTitle0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PTBenchBody0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PTBenchTitle0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PTBenchBullets"/>
          <p:cNvSpPr/>
          <p:nvPr/>
        </p:nvSpPr>
        <p:spPr>
          <a:xfrm>
            <a:off x="731520" y="914400"/>
            <a:ext cx="22741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Baseline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UPDATED-BULLET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PTBenchTitle0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PTBenchTitle0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PTBenchTitle1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1" name="PPTBenchPeriodicTable1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PTBenchTitle1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PTBenchTitle1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PTBenchBody1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PTBenchTitle1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PTBenchTitle1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PTBenchTitle1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PTBenchTitle1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PTBenchTitle1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PTBenchTitle1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PTBenchBody1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PTBenchTitle1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PTBenchTitle2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PPTBenchPeriodicTable2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PTBenchTitle2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PTBenchTitle2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PTBenchTitle2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PTBenchTitle2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PTBenchBody2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24.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PTBenchTitle2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PTBenchTitle2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PTBenchTitle2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PTBenchTitle2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PTBenchTitle2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PTBenchTitle3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6" name="PPTBenchPeriodicTable3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PTBenchTitle3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PTBenchTitle3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PTBenchTitle3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PTBenchTitle3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PTBenchTitle3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PTBenchTitle3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PTBenchBody3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36.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PTBenchTitle3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PTBenchTitle3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PTBenchTitle3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PTBenchTitle4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8" name="PPTBenchPeriodicTable4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PTBenchTitle4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PTBenchTitle4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PTBenchBody4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PTBenchTitle4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PTBenchTitle4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PTBenchTitle4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PTBenchTitle4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PTBenchTitle4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PTBenchTitle4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PTBenchBody4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PTBenchTitle4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PTBenchTitle5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PPTBenchPeriodicTable5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PTBenchTitle5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PTBenchTitle5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PTBenchTitle5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PTBenchTitle5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PTBenchBody5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54.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PTBenchTitle5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PTBenchTitle5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PTBenchTitle5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PTBenchTitle5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PTBenchTitle5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PTBenchTitle6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60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3" name="PPTBenchPeriodicTable6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1980-01-01T00:00:00Z</dcterms:created>
  <dc:creator/>
  <dc:description>generated using python-pptx</dc:description>
  <dc:language>en-US</dc:language>
  <cp:lastModifiedBy/>
  <dcterms:modified xsi:type="dcterms:W3CDTF">2026-10-02T00:43:18Z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