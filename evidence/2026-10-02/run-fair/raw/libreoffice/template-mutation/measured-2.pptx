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6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33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58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40.xml" ContentType="application/vnd.openxmlformats-officedocument.presentationml.slide+xml"/>
  <Override PartName="/ppt/slides/slide22.xml" ContentType="application/vnd.openxmlformats-officedocument.presentationml.slide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3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47.xml" ContentType="application/vnd.openxmlformats-officedocument.presentationml.slide+xml"/>
  <Override PartName="/ppt/slides/slide42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20.xml" ContentType="application/vnd.openxmlformats-officedocument.presentationml.slide+xml"/>
  <Override PartName="/ppt/slides/slide51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43.xml" ContentType="application/vnd.openxmlformats-officedocument.presentationml.slide+xml"/>
  <Override PartName="/ppt/slides/slide57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53.xml" ContentType="application/vnd.openxmlformats-officedocument.presentationml.slide+xml"/>
  <Override PartName="/ppt/slides/slide39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34.xml" ContentType="application/vnd.openxmlformats-officedocument.presentationml.slide+xml"/>
  <Override PartName="/ppt/slides/slide41.xml" ContentType="application/vnd.openxmlformats-officedocument.presentationml.slide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5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115355A-3C1F-4988-8D70-B3774EB2C11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Synthetic note retained separately from edit success.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C0BF1C2-5ABB-4291-B5CE-24EF9861BBE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3D06D35-9E00-4717-A25F-062C63CD4A4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CE84CD6-0FC6-412F-B26D-0CAD34D446F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3751D05-1D1D-4EE7-B371-B90DFA4C49B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05311E-9E6E-4FCC-9268-3A49EBF2E49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1CBC3B9-73E3-49BC-9496-794D5C4BCBA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206D6A2-8BE9-4543-9BC1-7252B83C73B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A487A44-077C-4188-976E-B825B2F03E4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46B7393-1EEB-4162-A574-BB96D468952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142F6E5-6298-4E79-8B91-9F6143C209C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432AF74-235D-4765-AEA0-CBF22911EB5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5E1A8BB-5F7C-4A97-91C0-A6C0292D098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PTBenchTitle0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PTBenchTitle0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2" descr="image.png"/>
          <p:cNvPicPr/>
          <p:nvPr/>
        </p:nvPicPr>
        <p:blipFill>
          <a:blip r:embed="rId1"/>
          <a:stretch/>
        </p:blipFill>
        <p:spPr>
          <a:xfrm>
            <a:off x="7680960" y="36576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PTBenchTitle0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PTBenchTitle0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PTBenchTitle0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" name="PPTBenchTable"/>
          <p:cNvGraphicFramePr/>
          <p:nvPr/>
        </p:nvGraphicFramePr>
        <p:xfrm>
          <a:off x="548640" y="1005840"/>
          <a:ext cx="7314840" cy="22856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UPDATED-TABLE-A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UPDATED-TABLE-B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PTBenchTitle0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PTBenchBody0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PTBenchTitle0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PTBenchBullets"/>
          <p:cNvSpPr/>
          <p:nvPr/>
        </p:nvSpPr>
        <p:spPr>
          <a:xfrm>
            <a:off x="731520" y="914400"/>
            <a:ext cx="227412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Baseline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UPDATED-BULLET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PTBenchTitle0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PTBenchTitle0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PTBenchTitle1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PPTBenchPeriodicTable1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PTBenchTitle1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PTBenchTitle1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PTBenchBody1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PTBenchTitle1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PTBenchTitle1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PTBenchTitle1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PTBenchTitle1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PTBenchTitle1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PTBenchTitle1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PTBenchBody1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PTBenchTitle1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PTBenchTitle2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4" name="PPTBenchPeriodicTable2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PTBenchTitle2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PTBenchTitle2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PTBenchTitle2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PTBenchTitle2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PTBenchBody2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24.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PTBenchTitle2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PTBenchTitle2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PTBenchTitle2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PTBenchTitle2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PTBenchTitle2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PTBenchTitle3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6" name="PPTBenchPeriodicTable3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PTBenchTitle3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PTBenchTitle3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PTBenchTitle3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PTBenchTitle3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PTBenchTitle3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PTBenchTitle3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PTBenchBody3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36.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PTBenchTitle3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PTBenchTitle3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PTBenchTitle3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PTBenchTitle4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8" name="PPTBenchPeriodicTable4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PTBenchTitle4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PTBenchTitle4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PTBenchBody4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PTBenchTitle4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PTBenchTitle4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PTBenchTitle4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PTBenchTitle4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PTBenchTitle4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PTBenchTitle4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PTBenchBody4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PTBenchTitle4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PTBenchTitle5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1" name="PPTBenchPeriodicTable5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PTBenchTitle5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PTBenchTitle5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PTBenchTitle5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PTBenchTitle5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PTBenchBody5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54.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PTBenchTitle5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PTBenchTitle5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PTBenchTitle5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PTBenchTitle5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PTBenchTitle5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PTBenchTitle6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60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3" name="PPTBenchPeriodicTable6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/>
  <dcterms:modified xsi:type="dcterms:W3CDTF">2026-10-02T00:43:09Z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