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45BA59A-9566-4609-BBC9-8D1C78A7771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9EAA5DF-DEAD-47F9-955E-56CEA50F5CE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B7F20F-586B-44F1-BD04-FDE6C49540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4B3C8A-845C-4966-AB8D-820229967A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C63160-A215-4BD8-A08E-E70C6CDC83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4AC85E-6C71-4B9F-B070-54D68B2653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DBB76B-A407-4D13-AE1F-D7063B710A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843246-E8DE-4E3A-A2C3-EC73CB56DC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502FD6-87E1-443E-821E-4B766DF7A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0AB504-705C-4715-887D-0E1E751305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C76A39-961B-4392-8D01-005307FB23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B910CC-C692-43B7-86BB-7F86A735EA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3A6342-5B5A-4AC3-A563-C2FAAE9FCC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227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UPDATED-BULLET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/>
  <dcterms:modified xsi:type="dcterms:W3CDTF">2026-10-02T01:03:18Z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