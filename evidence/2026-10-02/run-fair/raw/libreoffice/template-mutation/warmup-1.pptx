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B688A5-C6AB-4C6F-8CA0-4C79453BCC4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E236A8-9446-46DC-B54E-737A335E52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FC2D21-0A82-4EB1-82D1-602B8738E8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3CD346-DADE-4D15-8A10-6B8AEAA1DC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AA1AA2-CD81-42CA-81F7-14070C4590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37D284-0F77-4AF0-852C-111D252CD6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1C8742-278D-4D05-9D4F-E61D8AA6FB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835BE6-836F-4F6F-8FBC-E4708D517F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C09389-6EB9-44C9-90E3-B37CA6EDE5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3A3123-F8F5-4B22-A538-87FBEE8218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EDF715-ACAB-460C-93F8-0A197142B5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0A0EB5-F5D2-4029-964F-C179ABBEB3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FF6BE5-C2FF-481B-A7F8-7914F86C10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2026-10-02T00:42:51Z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