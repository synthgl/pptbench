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58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47.xml" ContentType="application/vnd.openxmlformats-officedocument.presentationml.slide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43.xml" ContentType="application/vnd.openxmlformats-officedocument.presentationml.slide+xml"/>
  <Override PartName="/ppt/slides/slide5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32AF925-C09B-4271-92F5-2133A4D3D83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Synthetic note retained separately from edit success.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69A6B3C-B734-4053-853A-24E4C9186CE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840AF77-2969-46F6-AC23-68AC37C6DC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1A8B7F8-7669-4E00-A2E3-08D0820F2B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24F037-ED86-456E-8EFD-774B8C97B0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66FA4D2-E2C6-4AD0-855C-422712B37D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A39930-2DDD-4C68-ABF8-8F4120F713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275BF87-64D7-48C2-A7B4-CAE046B041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996D4B2-F93C-4C46-BA58-F81D691847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3A040E5-B5CF-4B63-B645-5C19AEE31C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E200B08-3B80-4C98-B006-DE10E915F17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E5503F-D3B2-4587-8352-D45E416AC1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C60498A-BEDB-4851-8BDD-84F52BB82D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PTBenchTitle0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PTBenchTitle0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2" descr="image.png"/>
          <p:cNvPicPr/>
          <p:nvPr/>
        </p:nvPicPr>
        <p:blipFill>
          <a:blip r:embed="rId1"/>
          <a:stretch/>
        </p:blipFill>
        <p:spPr>
          <a:xfrm>
            <a:off x="7680960" y="365760"/>
            <a:ext cx="273960" cy="2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PTBenchTitle0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PTBenchTitle0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PTBenchTitle0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" name="PPTBenchTable"/>
          <p:cNvGraphicFramePr/>
          <p:nvPr/>
        </p:nvGraphicFramePr>
        <p:xfrm>
          <a:off x="548640" y="1005840"/>
          <a:ext cx="7314840" cy="228564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S05R0C3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UPDATED-TABLE-A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UPDATED-TABLE-B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PTBenchTitle0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PTBenchBody0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PTBenchTitle0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PTBenchBullets"/>
          <p:cNvSpPr/>
          <p:nvPr/>
        </p:nvSpPr>
        <p:spPr>
          <a:xfrm>
            <a:off x="731520" y="914400"/>
            <a:ext cx="2274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Baseline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UPDATED-BULLET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PTBenchTitle0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PTBenchTitle0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PTBenchTitle1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PPTBenchPeriodicTable1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PTBenchTitle1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PTBenchTitle1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PTBenchBody1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PTBenchTitle1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PTBenchTitle1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PTBenchTitle1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PTBenchTitle1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PTBenchTitle1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PTBenchTitle1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PTBenchBody1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PTBenchTitle1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PTBenchTitle2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PPTBenchPeriodicTable2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PTBenchTitle2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PTBenchTitle2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PTBenchTitle2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PTBenchTitle2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PTBenchBody2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24.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PTBenchTitle2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PTBenchTitle2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PTBenchTitle2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PTBenchTitle2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PTBenchTitle2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PTBenchTitle3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6" name="PPTBenchPeriodicTable3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PTBenchTitle3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PTBenchTitle3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PTBenchTitle3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PTBenchTitle3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PTBenchTitle3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PTBenchTitle3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PTBenchBody3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36.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PTBenchTitle3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PTBenchTitle3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PTBenchTitle3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PTBenchTitle4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8" name="PPTBenchPeriodicTable4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PTBenchTitle4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PTBenchTitle4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PTBenchBody4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PTBenchTitle4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PTBenchTitle4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PTBenchTitle4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PTBenchTitle4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PTBenchTitle4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PTBenchTitle4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PTBenchBody4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PTBenchTitle4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PTBenchTitle5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PPTBenchPeriodicTable5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PTBenchTitle5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PTBenchTitle5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PTBenchTitle5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PTBenchTitle5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PTBenchBody5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54.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PTBenchTitle5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PTBenchTitle5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PTBenchTitle5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PTBenchTitle5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PTBenchTitle5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PTBenchTitle6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60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3" name="PPTBenchPeriodicTable6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1980-01-01T00:00:00Z</dcterms:created>
  <dc:creator/>
  <dc:description>generated using python-pptx</dc:description>
  <dc:language>en-US</dc:language>
  <cp:lastModifiedBy/>
  <dcterms:modified xsi:type="dcterms:W3CDTF">2026-10-02T01:03:07Z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