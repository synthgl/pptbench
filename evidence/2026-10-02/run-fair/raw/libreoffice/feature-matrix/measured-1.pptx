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58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47.xml" ContentType="application/vnd.openxmlformats-officedocument.presentationml.slide+xml"/>
  <Override PartName="/ppt/slides/slide42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43.xml" ContentType="application/vnd.openxmlformats-officedocument.presentationml.slide+xml"/>
  <Override PartName="/ppt/slides/slide5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868A08B-6068-4ABC-AAF3-DD4D5D864A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Synthetic note retained separately from edit success.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1A606B9-B964-4DF3-9617-347C66D2044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01ED48A-D59D-4B1D-BFB7-58C9372E55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C6DAFFB-F151-42E0-983D-0BD3DBCCED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9901E76-7D02-41A6-8D6E-3937BF7462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1121817-EF74-4A2D-8320-3AC95C9D7F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07D6C3-10A6-42CB-80F7-2994DB5AD6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44639AD-D83D-44EC-ADF5-BB4741374B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00C3827-C9D6-4399-9F61-2361A8EB59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0D39B4A-43E1-4761-AFB4-94D75676F0E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58E04B9-E9AB-459B-B689-8D4894BDE2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DB44A1F-833A-4747-A2E0-88E1D19140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DB373BE-2615-4B00-A31D-FB8D968535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PTBenchTitle0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PTBenchTitle0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2" descr="image.png"/>
          <p:cNvPicPr/>
          <p:nvPr/>
        </p:nvPicPr>
        <p:blipFill>
          <a:blip r:embed="rId1"/>
          <a:stretch/>
        </p:blipFill>
        <p:spPr>
          <a:xfrm>
            <a:off x="7680960" y="365760"/>
            <a:ext cx="273960" cy="27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PTBenchTitle0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PTBenchTitle0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PTBenchTitle0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3" name="PPTBenchTable"/>
          <p:cNvGraphicFramePr/>
          <p:nvPr/>
        </p:nvGraphicFramePr>
        <p:xfrm>
          <a:off x="548640" y="1005840"/>
          <a:ext cx="7314840" cy="228564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S05R0C3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PTBenchTitle0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PTBenchBody0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PTBenchTitle0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PTBenchBullets"/>
          <p:cNvSpPr/>
          <p:nvPr/>
        </p:nvSpPr>
        <p:spPr>
          <a:xfrm>
            <a:off x="731520" y="914400"/>
            <a:ext cx="73148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Baseline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PTBenchTitle0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PTBenchTitle0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PTBenchTitle1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" name="PPTBenchPeriodicTable1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PTBenchTitle1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PTBenchTitle1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PTBenchBody1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PTBenchTitle1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PTBenchTitle1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PTBenchTitle1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PTBenchTitle1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PTBenchTitle1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PTBenchTitle1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PTBenchBody1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PTBenchTitle1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PTBenchTitle2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PPTBenchPeriodicTable2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PTBenchTitle2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PTBenchTitle2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PTBenchTitle2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PTBenchTitle2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PTBenchBody2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24.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PTBenchTitle2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PTBenchTitle2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PTBenchTitle2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PTBenchTitle2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PTBenchTitle2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PTBenchTitle3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6" name="PPTBenchPeriodicTable3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PTBenchTitle3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PTBenchTitle3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PTBenchTitle3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PTBenchTitle3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PTBenchTitle3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PTBenchTitle3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PTBenchBody3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36.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PTBenchTitle3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PTBenchTitle3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PTBenchTitle3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PTBenchTitle4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8" name="PPTBenchPeriodicTable4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PTBenchTitle4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PTBenchTitle4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PTBenchBody4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PTBenchTitle4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PTBenchTitle4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PTBenchTitle4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PTBenchTitle4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PTBenchTitle4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PTBenchTitle4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PTBenchBody4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PTBenchTitle4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PTBenchTitle5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PPTBenchPeriodicTable5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PTBenchTitle5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PTBenchTitle5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PTBenchTitle5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PTBenchTitle5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PTBenchBody5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54.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PTBenchTitle5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PTBenchTitle5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PTBenchTitle5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PTBenchTitle5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PTBenchTitle5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PTBenchTitle6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60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3" name="PPTBenchPeriodicTable6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1980-01-01T00:00:00Z</dcterms:created>
  <dc:creator/>
  <dc:description>generated using python-pptx</dc:description>
  <dc:language>en-US</dc:language>
  <cp:lastModifiedBy>Steve Canny</cp:lastModifiedBy>
  <dcterms:modified xsi:type="dcterms:W3CDTF">1980-01-01T00:00:00Z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