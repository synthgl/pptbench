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49EA3A-002E-4533-9D8C-F66C3ABB9C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ECF6BF-0A14-4C11-9B8E-C0455F1589E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CF8733-9D9B-42D5-B94B-F3410F2E60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FFED16-A8A6-4B94-AFAD-6947C7DB8A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250ED4-A730-4F08-926A-DA7417B352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8770B3-D164-41FE-BAB6-3B99941FA2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B70261-5591-4A72-B43E-53FF41960A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B2D572-17B5-4215-A157-BCA6E25E86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1FDBD2-F9DE-4425-8919-9C2B4889DF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F09753-05DE-4CBB-9AAC-9F4DA9FACA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875BEB-7506-4251-A366-B54103373F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5A93EF-26D3-4981-95E3-7F4F7FF855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8AFFA5-320C-45C2-8A53-70C727B218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