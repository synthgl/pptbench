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0EC1D98-FEC0-4128-9BC4-38BD0C41DFF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CEDFF75-EC94-4367-8CFE-E3639CEA0FE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8632AA-0A0F-4915-9281-9F1589441B5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D6E18C-AFCA-48B9-B839-A93B18DB93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DEC26E3-306A-478A-9CA9-BE251684D9F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A3CBDFC-B2C4-4251-9C31-56FF023CEF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F19D93-8655-44A1-8D3B-B965FD14CD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1BF292-C151-4AB5-A12A-145CA13BBE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E12B3EF-F4C5-4630-84BC-8512786AC4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574B68-FE4B-47CE-AB8B-C12793A868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015EAF4-E52F-468C-AE34-555FB6684C9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AD4D30-F81F-405C-B4A1-A39A38B47B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BF01A7-B380-44CF-9A2C-B4121B5865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7314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