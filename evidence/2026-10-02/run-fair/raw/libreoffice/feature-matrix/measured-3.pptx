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2.xml" ContentType="application/vnd.openxmlformats-officedocument.theme+xml"/>
  <Override PartName="/ppt/notesMasters/notesMaster1.xml" ContentType="application/vnd.openxmlformats-officedocument.presentationml.notesMaster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36.xml" ContentType="application/vnd.openxmlformats-officedocument.presentationml.slide+xml"/>
  <Override PartName="/ppt/slides/slide1.xml" ContentType="application/vnd.openxmlformats-officedocument.presentationml.slide+xml"/>
  <Override PartName="/ppt/slides/slide13.xml" ContentType="application/vnd.openxmlformats-officedocument.presentationml.slide+xml"/>
  <Override PartName="/ppt/slides/slide6.xml" ContentType="application/vnd.openxmlformats-officedocument.presentationml.slide+xml"/>
  <Override PartName="/ppt/slides/slide33.xml" ContentType="application/vnd.openxmlformats-officedocument.presentationml.slide+xml"/>
  <Override PartName="/ppt/slides/slide21.xml" ContentType="application/vnd.openxmlformats-officedocument.presentationml.slide+xml"/>
  <Override PartName="/ppt/slides/slide23.xml" ContentType="application/vnd.openxmlformats-officedocument.presentationml.slide+xml"/>
  <Override PartName="/ppt/slides/slide58.xml" ContentType="application/vnd.openxmlformats-officedocument.presentationml.slide+xml"/>
  <Override PartName="/ppt/slides/slide24.xml" ContentType="application/vnd.openxmlformats-officedocument.presentationml.slide+xml"/>
  <Override PartName="/ppt/slides/slide26.xml" ContentType="application/vnd.openxmlformats-officedocument.presentationml.slide+xml"/>
  <Override PartName="/ppt/slides/slide28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19.xml" ContentType="application/vnd.openxmlformats-officedocument.presentationml.slide+xml"/>
  <Override PartName="/ppt/slides/slide25.xml" ContentType="application/vnd.openxmlformats-officedocument.presentationml.slide+xml"/>
  <Override PartName="/ppt/slides/slide40.xml" ContentType="application/vnd.openxmlformats-officedocument.presentationml.slide+xml"/>
  <Override PartName="/ppt/slides/slide22.xml" ContentType="application/vnd.openxmlformats-officedocument.presentationml.slide+xml"/>
  <Override PartName="/ppt/slides/slide30.xml" ContentType="application/vnd.openxmlformats-officedocument.presentationml.slide+xml"/>
  <Override PartName="/ppt/slides/slide27.xml" ContentType="application/vnd.openxmlformats-officedocument.presentationml.slide+xml"/>
  <Override PartName="/ppt/slides/slide29.xml" ContentType="application/vnd.openxmlformats-officedocument.presentationml.slide+xml"/>
  <Override PartName="/ppt/slides/slide35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37.xml" ContentType="application/vnd.openxmlformats-officedocument.presentationml.slide+xml"/>
  <Override PartName="/ppt/slides/slide47.xml" ContentType="application/vnd.openxmlformats-officedocument.presentationml.slide+xml"/>
  <Override PartName="/ppt/slides/slide42.xml" ContentType="application/vnd.openxmlformats-officedocument.presentationml.slide+xml"/>
  <Override PartName="/ppt/slides/slide46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20.xml" ContentType="application/vnd.openxmlformats-officedocument.presentationml.slide+xml"/>
  <Override PartName="/ppt/slides/slide51.xml" ContentType="application/vnd.openxmlformats-officedocument.presentationml.slide+xml"/>
  <Override PartName="/ppt/slides/slide55.xml" ContentType="application/vnd.openxmlformats-officedocument.presentationml.slide+xml"/>
  <Override PartName="/ppt/slides/slide54.xml" ContentType="application/vnd.openxmlformats-officedocument.presentationml.slide+xml"/>
  <Override PartName="/ppt/slides/slide43.xml" ContentType="application/vnd.openxmlformats-officedocument.presentationml.slide+xml"/>
  <Override PartName="/ppt/slides/slide57.xml" ContentType="application/vnd.openxmlformats-officedocument.presentationml.slide+xml"/>
  <Override PartName="/ppt/slides/slide16.xml" ContentType="application/vnd.openxmlformats-officedocument.presentationml.slide+xml"/>
  <Override PartName="/ppt/slides/slide38.xml" ContentType="application/vnd.openxmlformats-officedocument.presentationml.slide+xml"/>
  <Override PartName="/ppt/slides/slide56.xml" ContentType="application/vnd.openxmlformats-officedocument.presentationml.slide+xml"/>
  <Override PartName="/ppt/slides/slide53.xml" ContentType="application/vnd.openxmlformats-officedocument.presentationml.slide+xml"/>
  <Override PartName="/ppt/slides/slide39.xml" ContentType="application/vnd.openxmlformats-officedocument.presentationml.slide+xml"/>
  <Override PartName="/ppt/slides/slide45.xml" ContentType="application/vnd.openxmlformats-officedocument.presentationml.slide+xml"/>
  <Override PartName="/ppt/slides/slide44.xml" ContentType="application/vnd.openxmlformats-officedocument.presentationml.slide+xml"/>
  <Override PartName="/ppt/slides/slide34.xml" ContentType="application/vnd.openxmlformats-officedocument.presentationml.slide+xml"/>
  <Override PartName="/ppt/slides/slide41.xml" ContentType="application/vnd.openxmlformats-officedocument.presentationml.slide+xml"/>
  <Override PartName="/ppt/slides/slide60.xml" ContentType="application/vnd.openxmlformats-officedocument.presentationml.slide+xml"/>
  <Override PartName="/ppt/slides/slide59.xml" ContentType="application/vnd.openxmlformats-officedocument.presentationml.slide+xml"/>
  <Override PartName="/ppt/slides/slide52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notesSlides/notesSlide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</p:sldIdLst>
  <p:sldSz cx="9144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 defTabSz="457200"/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4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5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6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AB00DE08-8085-4E14-B7A2-193442D4121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4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Synthetic note retained separately from edit success.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03EBF001-E04D-48B8-B911-C6469C7801B7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4D9FC80-1B6F-42A1-AD5E-2A80C41EC96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11C6163-81F1-4C0B-B63E-3CC47973769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2BA4A41-E8A2-44C2-A3A7-021B8316A7D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0774D3B-56EC-4BB0-8291-1A7999C46C7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ACC225E-9DEB-4807-A930-85D7D45FBAF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3C489A0-A5AC-4536-B924-88055323F50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B7ECAC7-E98E-414F-B55F-0540B2E592B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7E6B6CB-7DE8-4CBE-AFBD-863E5D687A9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DBB5D85-C6F2-4150-AA96-F2FF51068ED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2D44006-AA25-4E88-B0D3-B15B37CF2FA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pic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Double-click to add an Image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4F1D4E5-A224-4891-AB91-6E8F4F8D0CA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PTBenchTitle01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PTBenchTitle02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9" name="Picture 2" descr="image.png"/>
          <p:cNvPicPr/>
          <p:nvPr/>
        </p:nvPicPr>
        <p:blipFill>
          <a:blip r:embed="rId1"/>
          <a:stretch/>
        </p:blipFill>
        <p:spPr>
          <a:xfrm>
            <a:off x="7680960" y="365760"/>
            <a:ext cx="273960" cy="273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PTBenchTitle03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PTBenchTitle04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PTBenchTitle05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3" name="PPTBenchTable"/>
          <p:cNvGraphicFramePr/>
          <p:nvPr/>
        </p:nvGraphicFramePr>
        <p:xfrm>
          <a:off x="548640" y="1005840"/>
          <a:ext cx="7314840" cy="228564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  <a:gridCol w="1828800"/>
              </a:tblGrid>
              <a:tr h="571320"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S05R0C0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S05R0C1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S05R0C2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S05R0C3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71320"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S05R1C0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S05R1C1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S05R1C2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S05R1C3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71320"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S05R2C0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S05R2C1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S05R2C2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S05R2C3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571320"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S05R3C0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S05R3C1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S05R3C2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S05R3C3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PTBenchTitle06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06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PTBenchBody06"/>
          <p:cNvSpPr/>
          <p:nvPr/>
        </p:nvSpPr>
        <p:spPr>
          <a:xfrm>
            <a:off x="731520" y="914400"/>
            <a:ext cx="68576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content for feature check 6.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PTBenchTitle07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07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PTBenchBullets"/>
          <p:cNvSpPr/>
          <p:nvPr/>
        </p:nvSpPr>
        <p:spPr>
          <a:xfrm>
            <a:off x="731520" y="914400"/>
            <a:ext cx="731484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Baseline bullet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bullet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bullet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PTBenchTitle08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08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PTBenchTitle09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09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PTBenchTitle10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1" name="PPTBenchPeriodicTable10"/>
          <p:cNvGraphicFramePr/>
          <p:nvPr/>
        </p:nvGraphicFramePr>
        <p:xfrm>
          <a:off x="731520" y="914400"/>
          <a:ext cx="5486040" cy="164592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10/0/0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10/0/1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10/0/2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10/1/0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10/1/1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10/1/2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10/2/0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10/2/1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10/2/2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PTBenchTitle11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PTBenchTitle12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PPTBenchBody12"/>
          <p:cNvSpPr/>
          <p:nvPr/>
        </p:nvSpPr>
        <p:spPr>
          <a:xfrm>
            <a:off x="731520" y="914400"/>
            <a:ext cx="68576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content for feature check 12.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PTBenchTitle13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PTBenchTitle14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PTBenchTitle15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PTBenchTitle16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16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PTBenchTitle17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17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PTBenchTitle18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18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PPTBenchBody18"/>
          <p:cNvSpPr/>
          <p:nvPr/>
        </p:nvSpPr>
        <p:spPr>
          <a:xfrm>
            <a:off x="731520" y="914400"/>
            <a:ext cx="68576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content for feature check 18.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PTBenchTitle19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19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PTBenchTitle20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4" name="PPTBenchPeriodicTable20"/>
          <p:cNvGraphicFramePr/>
          <p:nvPr/>
        </p:nvGraphicFramePr>
        <p:xfrm>
          <a:off x="731520" y="914400"/>
          <a:ext cx="5486040" cy="164592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20/0/0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20/0/1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20/0/2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20/1/0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20/1/1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20/1/2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20/2/0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20/2/1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20/2/2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PTBenchTitle21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PTBenchTitle22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PTBenchTitle23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PTBenchTitle24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PPTBenchBody24"/>
          <p:cNvSpPr/>
          <p:nvPr/>
        </p:nvSpPr>
        <p:spPr>
          <a:xfrm>
            <a:off x="731520" y="914400"/>
            <a:ext cx="68576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content for feature check 24.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PTBenchTitle25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PTBenchTitle26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26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PTBenchTitle27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27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PTBenchTitle28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28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PTBenchTitle29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29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PTBenchTitle30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6" name="PPTBenchPeriodicTable30"/>
          <p:cNvGraphicFramePr/>
          <p:nvPr/>
        </p:nvGraphicFramePr>
        <p:xfrm>
          <a:off x="731520" y="914400"/>
          <a:ext cx="5486040" cy="164592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30/0/0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30/0/1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30/0/2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30/1/0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30/1/1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30/1/2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30/2/0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30/2/1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30/2/2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PTBenchTitle31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PTBenchTitle32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PTBenchTitle33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PTBenchTitle34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PTBenchTitle35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PTBenchTitle36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36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PPTBenchBody36"/>
          <p:cNvSpPr/>
          <p:nvPr/>
        </p:nvSpPr>
        <p:spPr>
          <a:xfrm>
            <a:off x="731520" y="914400"/>
            <a:ext cx="68576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content for feature check 36.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PTBenchTitle37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37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PTBenchTitle38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38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PTBenchTitle39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39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PTBenchTitle40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8" name="PPTBenchPeriodicTable40"/>
          <p:cNvGraphicFramePr/>
          <p:nvPr/>
        </p:nvGraphicFramePr>
        <p:xfrm>
          <a:off x="731520" y="914400"/>
          <a:ext cx="5486040" cy="164592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40/0/0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40/0/1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40/0/2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40/1/0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40/1/1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40/1/2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40/2/0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40/2/1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40/2/2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PTBenchTitle41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PTBenchTitle42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PPTBenchBody42"/>
          <p:cNvSpPr/>
          <p:nvPr/>
        </p:nvSpPr>
        <p:spPr>
          <a:xfrm>
            <a:off x="731520" y="914400"/>
            <a:ext cx="68576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content for feature check 42.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PTBenchTitle43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PTBenchTitle44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PTBenchTitle45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PTBenchTitle46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46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PTBenchTitle47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47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PTBenchTitle48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48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PPTBenchBody48"/>
          <p:cNvSpPr/>
          <p:nvPr/>
        </p:nvSpPr>
        <p:spPr>
          <a:xfrm>
            <a:off x="731520" y="914400"/>
            <a:ext cx="68576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content for feature check 48.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PTBenchTitle49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49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PTBenchTitle50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31" name="PPTBenchPeriodicTable50"/>
          <p:cNvGraphicFramePr/>
          <p:nvPr/>
        </p:nvGraphicFramePr>
        <p:xfrm>
          <a:off x="731520" y="914400"/>
          <a:ext cx="5486040" cy="164592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50/0/0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50/0/1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50/0/2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50/1/0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50/1/1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50/1/2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50/2/0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50/2/1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50/2/2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PTBenchTitle51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PTBenchTitle52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PTBenchTitle53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PTBenchTitle54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PPTBenchBody54"/>
          <p:cNvSpPr/>
          <p:nvPr/>
        </p:nvSpPr>
        <p:spPr>
          <a:xfrm>
            <a:off x="731520" y="914400"/>
            <a:ext cx="68576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content for feature check 54.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PTBenchTitle55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PTBenchTitle56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56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PTBenchTitle57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57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PTBenchTitle58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58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PTBenchTitle59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59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PTBenchTitle60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60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43" name="PPTBenchPeriodicTable60"/>
          <p:cNvGraphicFramePr/>
          <p:nvPr/>
        </p:nvGraphicFramePr>
        <p:xfrm>
          <a:off x="731520" y="914400"/>
          <a:ext cx="5486040" cy="164592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60/0/0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60/0/1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60/0/2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60/1/0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60/1/1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60/1/2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60/2/0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60/2/1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60/2/2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1980-01-01T00:00:00Z</dcterms:created>
  <dc:creator/>
  <dc:description>generated using python-pptx</dc:description>
  <dc:language>en-US</dc:language>
  <cp:lastModifiedBy>Steve Canny</cp:lastModifiedBy>
  <dcterms:modified xsi:type="dcterms:W3CDTF">1980-01-01T00:00:00Z</dcterms:modified>
  <cp:revision>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