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58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47.xml" ContentType="application/vnd.openxmlformats-officedocument.presentationml.slide+xml"/>
  <Override PartName="/ppt/slides/slide42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20.xml" ContentType="application/vnd.openxmlformats-officedocument.presentationml.slide+xml"/>
  <Override PartName="/ppt/slides/slide51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43.xml" ContentType="application/vnd.openxmlformats-officedocument.presentationml.slide+xml"/>
  <Override PartName="/ppt/slides/slide57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53.xml" ContentType="application/vnd.openxmlformats-officedocument.presentationml.slide+xml"/>
  <Override PartName="/ppt/slides/slide39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60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328D76D-8F9A-4EC0-B161-4DE18475070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Synthetic note retained separately from edit success.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9690A01-3413-4E31-88DF-A2C6B80AEFD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3BFAB0E-C8EC-470B-B078-3E591827491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5B1679B-8F64-4B24-934C-DC1AC737A2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99C158-A8D4-4851-8EBC-36C1641F4BF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C9E1576-37BC-4441-9776-E0601A90D6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3345F62-40BA-4DF4-A26F-22A81FF538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B444D15-8668-4625-9F76-D4460D348B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F76ED86-0022-4AEB-AE1F-38204BCEB9C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3DC8944-A6E7-428D-A658-10D82106E6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008AA5C-4F7E-4E01-8271-0058D6984A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D3B1C28-41C6-4EE2-846F-697944F537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5AB0F4A-1145-4CB9-A27A-AD7A079C1B8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PTBenchTitle0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PTBenchTitle0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2" descr="image.png"/>
          <p:cNvPicPr/>
          <p:nvPr/>
        </p:nvPicPr>
        <p:blipFill>
          <a:blip r:embed="rId1"/>
          <a:stretch/>
        </p:blipFill>
        <p:spPr>
          <a:xfrm>
            <a:off x="7680960" y="365760"/>
            <a:ext cx="273960" cy="27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PTBenchTitle0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PTBenchTitle0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PTBenchTitle0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3" name="PPTBenchTable"/>
          <p:cNvGraphicFramePr/>
          <p:nvPr/>
        </p:nvGraphicFramePr>
        <p:xfrm>
          <a:off x="548640" y="1005840"/>
          <a:ext cx="7314840" cy="228564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</a:tblGrid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S05R0C3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PTBenchTitle0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PTBenchBody0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PTBenchTitle0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PTBenchBullets"/>
          <p:cNvSpPr/>
          <p:nvPr/>
        </p:nvSpPr>
        <p:spPr>
          <a:xfrm>
            <a:off x="731520" y="914400"/>
            <a:ext cx="73148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Baseline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PTBenchTitle0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PTBenchTitle0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PTBenchTitle1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1" name="PPTBenchPeriodicTable1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PTBenchTitle1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PTBenchTitle1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PTBenchBody1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PTBenchTitle1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PTBenchTitle1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PTBenchTitle1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PTBenchTitle1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PTBenchTitle1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PTBenchTitle1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PTBenchBody1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PTBenchTitle1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PTBenchTitle2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PPTBenchPeriodicTable2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PTBenchTitle2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PTBenchTitle2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PTBenchTitle2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PTBenchTitle2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PTBenchBody2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24.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PTBenchTitle2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PTBenchTitle2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PTBenchTitle2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PTBenchTitle2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PTBenchTitle2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PTBenchTitle3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6" name="PPTBenchPeriodicTable3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PTBenchTitle3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PTBenchTitle3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PTBenchTitle3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PTBenchTitle3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PTBenchTitle3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PTBenchTitle3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PTBenchBody3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36.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PTBenchTitle3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PTBenchTitle3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PTBenchTitle3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PTBenchTitle4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8" name="PPTBenchPeriodicTable4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PTBenchTitle4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PTBenchTitle4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PTBenchBody4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PTBenchTitle4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PTBenchTitle4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PTBenchTitle4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PTBenchTitle4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PTBenchTitle4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PTBenchTitle4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PTBenchBody4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PTBenchTitle4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PTBenchTitle5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PPTBenchPeriodicTable5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PTBenchTitle5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PTBenchTitle5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PTBenchTitle5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PTBenchTitle5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PTBenchBody5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54.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PTBenchTitle5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PTBenchTitle5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PTBenchTitle5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PTBenchTitle5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PTBenchTitle5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PTBenchTitle6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60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3" name="PPTBenchPeriodicTable6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1980-01-01T00:00:00Z</dcterms:created>
  <dc:creator/>
  <dc:description>generated using python-pptx</dc:description>
  <dc:language>en-US</dc:language>
  <cp:lastModifiedBy>Steve Canny</cp:lastModifiedBy>
  <dcterms:modified xsi:type="dcterms:W3CDTF">1980-01-01T00:00:00Z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