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1C69093-31E4-44D2-9DE9-5E8AF5EB228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2783C30-5B53-4961-8641-29FFE97B212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E0FCB1-3E19-4440-97AF-BED907B66D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55C7F7-7D55-4C05-8FAB-6E63D4665C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4235CA-8E15-48A4-A2AC-01454A8834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606E39-CF6F-4A62-A174-43B1E2D518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3BA834-4A1E-401E-A8E5-EEBD4B9798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1A1C87-2DC7-44A5-8DED-68136328CA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47F245-2517-4E0F-91B5-6E592727EF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9DADB8-BB7E-4837-8495-D7706ED28C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E630E8-09BD-443D-998B-47A2A52FE4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7D5A4E-B2C4-43CA-AD04-D67E52AB49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9BBB47-C94E-4F7C-834A-ABA8FC6E46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