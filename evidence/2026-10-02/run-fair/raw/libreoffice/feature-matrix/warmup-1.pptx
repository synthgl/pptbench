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2.xml" ContentType="application/vnd.openxmlformats-officedocument.theme+xml"/>
  <Override PartName="/ppt/notesMasters/notesMaster1.xml" ContentType="application/vnd.openxmlformats-officedocument.presentationml.notesMaster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36.xml" ContentType="application/vnd.openxmlformats-officedocument.presentationml.slide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slides/slide33.xml" ContentType="application/vnd.openxmlformats-officedocument.presentationml.slide+xml"/>
  <Override PartName="/ppt/slides/slide21.xml" ContentType="application/vnd.openxmlformats-officedocument.presentationml.slide+xml"/>
  <Override PartName="/ppt/slides/slide23.xml" ContentType="application/vnd.openxmlformats-officedocument.presentationml.slide+xml"/>
  <Override PartName="/ppt/slides/slide58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19.xml" ContentType="application/vnd.openxmlformats-officedocument.presentationml.slide+xml"/>
  <Override PartName="/ppt/slides/slide25.xml" ContentType="application/vnd.openxmlformats-officedocument.presentationml.slide+xml"/>
  <Override PartName="/ppt/slides/slide40.xml" ContentType="application/vnd.openxmlformats-officedocument.presentationml.slide+xml"/>
  <Override PartName="/ppt/slides/slide22.xml" ContentType="application/vnd.openxmlformats-officedocument.presentationml.slide+xml"/>
  <Override PartName="/ppt/slides/slide30.xml" ContentType="application/vnd.openxmlformats-officedocument.presentationml.slide+xml"/>
  <Override PartName="/ppt/slides/slide27.xml" ContentType="application/vnd.openxmlformats-officedocument.presentationml.slide+xml"/>
  <Override PartName="/ppt/slides/slide29.xml" ContentType="application/vnd.openxmlformats-officedocument.presentationml.slide+xml"/>
  <Override PartName="/ppt/slides/slide3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37.xml" ContentType="application/vnd.openxmlformats-officedocument.presentationml.slide+xml"/>
  <Override PartName="/ppt/slides/slide47.xml" ContentType="application/vnd.openxmlformats-officedocument.presentationml.slide+xml"/>
  <Override PartName="/ppt/slides/slide42.xml" ContentType="application/vnd.openxmlformats-officedocument.presentationml.slide+xml"/>
  <Override PartName="/ppt/slides/slide46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20.xml" ContentType="application/vnd.openxmlformats-officedocument.presentationml.slide+xml"/>
  <Override PartName="/ppt/slides/slide51.xml" ContentType="application/vnd.openxmlformats-officedocument.presentationml.slid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43.xml" ContentType="application/vnd.openxmlformats-officedocument.presentationml.slide+xml"/>
  <Override PartName="/ppt/slides/slide57.xml" ContentType="application/vnd.openxmlformats-officedocument.presentationml.slide+xml"/>
  <Override PartName="/ppt/slides/slide16.xml" ContentType="application/vnd.openxmlformats-officedocument.presentationml.slide+xml"/>
  <Override PartName="/ppt/slides/slide38.xml" ContentType="application/vnd.openxmlformats-officedocument.presentationml.slide+xml"/>
  <Override PartName="/ppt/slides/slide56.xml" ContentType="application/vnd.openxmlformats-officedocument.presentationml.slide+xml"/>
  <Override PartName="/ppt/slides/slide53.xml" ContentType="application/vnd.openxmlformats-officedocument.presentationml.slide+xml"/>
  <Override PartName="/ppt/slides/slide39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34.xml" ContentType="application/vnd.openxmlformats-officedocument.presentationml.slide+xml"/>
  <Override PartName="/ppt/slides/slide41.xml" ContentType="application/vnd.openxmlformats-officedocument.presentationml.slide+xml"/>
  <Override PartName="/ppt/slides/slide60.xml" ContentType="application/vnd.openxmlformats-officedocument.presentationml.slide+xml"/>
  <Override PartName="/ppt/slides/slide59.xml" ContentType="application/vnd.openxmlformats-officedocument.presentationml.slide+xml"/>
  <Override PartName="/ppt/slides/slide52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826691F-441C-47F6-BA54-372A79BD2D2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Synthetic note retained separately from edit success.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295B1AF-C31A-42BB-9588-3468A447141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2EBD215-D727-4DB5-A862-0199AAA0162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CB0B44D-87B1-4407-AAE4-419AFB0695D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607BE1B-4FFD-4DEF-8CFE-8D7B3089322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9BFE23D-D758-4707-B173-F2FA0C1ED18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AE490EA-9B82-468D-A4F7-CB05C905926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E6D9ECA-C637-4FB5-9336-6C5FCE8449E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68AF12E-0B8B-4CA0-88D6-2D17564A8DB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576561B-36C8-4C03-942A-0407041480D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6CEC395-4D5E-437D-B484-43D2CBC3040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BDFDC83-684A-4B08-AD01-89CB7F31CE2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pic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5136B56-EC00-4C87-836E-C941E8221D8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PTBenchTitle0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PTBenchTitle0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" name="Picture 2" descr="image.png"/>
          <p:cNvPicPr/>
          <p:nvPr/>
        </p:nvPicPr>
        <p:blipFill>
          <a:blip r:embed="rId1"/>
          <a:stretch/>
        </p:blipFill>
        <p:spPr>
          <a:xfrm>
            <a:off x="7680960" y="365760"/>
            <a:ext cx="273960" cy="273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PTBenchTitle0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PTBenchTitle0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PTBenchTitle0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3" name="PPTBenchTable"/>
          <p:cNvGraphicFramePr/>
          <p:nvPr/>
        </p:nvGraphicFramePr>
        <p:xfrm>
          <a:off x="548640" y="1005840"/>
          <a:ext cx="7314840" cy="228564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</a:tblGrid>
              <a:tr h="571320"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S05R0C0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S05R0C1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S05R0C2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S05R0C3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71320"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S05R1C0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S05R1C1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S05R1C2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S05R1C3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71320"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S05R2C0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S05R2C1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S05R2C2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S05R2C3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571320"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S05R3C0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S05R3C1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S05R3C2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S05R3C3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PTBenchTitle0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PTBenchBody06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6.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PTBenchTitle0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PTBenchBullets"/>
          <p:cNvSpPr/>
          <p:nvPr/>
        </p:nvSpPr>
        <p:spPr>
          <a:xfrm>
            <a:off x="731520" y="914400"/>
            <a:ext cx="731484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Baseline bullet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bullet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bullet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PTBenchTitle0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PTBenchTitle0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PTBenchTitle1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1" name="PPTBenchPeriodicTable1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PTBenchTitle1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PTBenchTitle1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PTBenchBody12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12.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PTBenchTitle1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PTBenchTitle1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PTBenchTitle1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PTBenchTitle1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PTBenchTitle1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PTBenchTitle1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PTBenchBody18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18.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PTBenchTitle1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PTBenchTitle2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4" name="PPTBenchPeriodicTable2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20/0/0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20/0/1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20/0/2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PTBenchTitle2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PTBenchTitle2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PTBenchTitle2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PTBenchTitle2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PTBenchBody24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24.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PTBenchTitle2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PTBenchTitle2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PTBenchTitle2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PTBenchTitle2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PTBenchTitle2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PTBenchTitle3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6" name="PPTBenchPeriodicTable3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30/0/0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30/0/1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30/0/2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PTBenchTitle3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PTBenchTitle3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PTBenchTitle3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PTBenchTitle3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PTBenchTitle3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PTBenchTitle3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PTBenchBody36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36.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PTBenchTitle3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PTBenchTitle3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PTBenchTitle3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PTBenchTitle4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8" name="PPTBenchPeriodicTable4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40/0/0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40/0/1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40/0/2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PTBenchTitle4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PTBenchTitle4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PTBenchBody42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42.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PTBenchTitle4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PTBenchTitle4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PTBenchTitle4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PTBenchTitle4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PTBenchTitle4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PTBenchTitle4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PTBenchBody48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48.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PTBenchTitle4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PTBenchTitle5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1" name="PPTBenchPeriodicTable5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PTBenchTitle5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PTBenchTitle5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PTBenchTitle5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PTBenchTitle5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PTBenchBody54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54.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PTBenchTitle5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PTBenchTitle5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PTBenchTitle5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PTBenchTitle5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PTBenchTitle5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PTBenchTitle6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60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3" name="PPTBenchPeriodicTable6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60/0/0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60/0/1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60/0/2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1980-01-01T00:00:00Z</dcterms:created>
  <dc:creator/>
  <dc:description>generated using python-pptx</dc:description>
  <dc:language>en-US</dc:language>
  <cp:lastModifiedBy>Steve Canny</cp:lastModifiedBy>
  <dcterms:modified xsi:type="dcterms:W3CDTF">1980-01-01T00:00:00Z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