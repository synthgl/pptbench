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C7F20AB-C8EA-45FE-B586-3589743CFD3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C29A45-A249-4E71-82E8-B87004025C2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E3F6F6-27A8-4E25-AD28-C3D0E5F674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726CC2-F238-418A-8102-C77FB91F155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4797E0-A797-49CC-B5AA-8AE6AA0841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DC9F52-E5D3-447C-8A45-175111BE33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D93336-9CF2-4281-8263-167B2049E0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A2AAEB-F686-4404-AF62-3BD63F3E8B5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6E9A9F-8840-49A0-BD0C-EADAEED923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A11151-1AB5-4B12-BF2F-F61DF1FCD3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B88B67-B3E7-446A-A903-8136238EB1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D020B1-BC8B-4FD3-8320-E2638D9081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1AAB9D-12C5-4EB5-8301-3110C6D773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