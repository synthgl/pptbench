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9B68AD5-DF27-43B0-B058-433CFC96F94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A1BCF5B-ACBE-4959-9738-B465F320E27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D9E36F-2047-4DB4-BC33-7229DAB1E3F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23FB58-CB4B-4C46-A6F3-9BB66D63CD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EDDD29-5609-4339-927A-3FE531EE2F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EA9CF20-9D39-4FAB-B620-0585182A45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6EB18C-CF4E-45BE-8B46-7ABFD7BD261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18EE02-B6D5-4DCD-B258-C564E09D10F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40A3AE-862A-4036-995B-1D357EF5A8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B440BA-99D2-4754-A0C2-A461F7720EC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28E6D3-39A8-4305-9813-17A73190CDE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BDCB488-FACB-4525-AE09-A983861C493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25AB133-A2C2-42AB-8109-C9549E4F714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22741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UPDATED-BULLET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/>
  <dcterms:modified xsi:type="dcterms:W3CDTF">2026-10-01T23:11:08Z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