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AA94AC0-C7DB-4E25-A17E-4844912F13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62BF3A-C2C8-49DB-8D81-20771F226E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D5DC6D-244D-44BC-A22B-D8C5D33215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D17D79-3AAF-4DE3-A859-0DFE72A77F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3C60D7-917A-4805-9B35-4962F6AF6B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31FF72-F409-4383-9C84-FC7BE28255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1D2473-F518-447C-BA4A-43A311F534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18B295-95BF-4797-95C0-33E7255D08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CAD619-A018-4471-BE39-894E5F5609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7E4F2F-4F82-49DB-9719-7A491450B1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612F5F-8C0B-41DB-9FB9-3D7E3B90F0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E3F85B-8F8F-4B75-911F-546305DBD6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F50A90-4210-4373-BAF4-1E36D56D24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2026-10-01T23:11:19Z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