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36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33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slides/slide58.xml" ContentType="application/vnd.openxmlformats-officedocument.presentationml.slide+xml"/>
  <Override PartName="/ppt/slides/slide24.xml" ContentType="application/vnd.openxmlformats-officedocument.presentationml.slide+xml"/>
  <Override PartName="/ppt/slides/slide26.xml" ContentType="application/vnd.openxmlformats-officedocument.presentationml.slide+xml"/>
  <Override PartName="/ppt/slides/slide28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19.xml" ContentType="application/vnd.openxmlformats-officedocument.presentationml.slide+xml"/>
  <Override PartName="/ppt/slides/slide25.xml" ContentType="application/vnd.openxmlformats-officedocument.presentationml.slide+xml"/>
  <Override PartName="/ppt/slides/slide40.xml" ContentType="application/vnd.openxmlformats-officedocument.presentationml.slide+xml"/>
  <Override PartName="/ppt/slides/slide22.xml" ContentType="application/vnd.openxmlformats-officedocument.presentationml.slide+xml"/>
  <Override PartName="/ppt/slides/slide30.xml" ContentType="application/vnd.openxmlformats-officedocument.presentationml.slide+xml"/>
  <Override PartName="/ppt/slides/slide27.xml" ContentType="application/vnd.openxmlformats-officedocument.presentationml.slide+xml"/>
  <Override PartName="/ppt/slides/slide29.xml" ContentType="application/vnd.openxmlformats-officedocument.presentationml.slide+xml"/>
  <Override PartName="/ppt/slides/slide3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7.xml" ContentType="application/vnd.openxmlformats-officedocument.presentationml.slide+xml"/>
  <Override PartName="/ppt/slides/slide47.xml" ContentType="application/vnd.openxmlformats-officedocument.presentationml.slide+xml"/>
  <Override PartName="/ppt/slides/slide42.xml" ContentType="application/vnd.openxmlformats-officedocument.presentationml.slide+xml"/>
  <Override PartName="/ppt/slides/slide46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43.xml" ContentType="application/vnd.openxmlformats-officedocument.presentationml.slide+xml"/>
  <Override PartName="/ppt/slides/slide57.xml" ContentType="application/vnd.openxmlformats-officedocument.presentationml.slide+xml"/>
  <Override PartName="/ppt/slides/slide1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53.xml" ContentType="application/vnd.openxmlformats-officedocument.presentationml.slide+xml"/>
  <Override PartName="/ppt/slides/slide39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34.xml" ContentType="application/vnd.openxmlformats-officedocument.presentationml.slide+xml"/>
  <Override PartName="/ppt/slides/slide41.xml" ContentType="application/vnd.openxmlformats-officedocument.presentationml.slide+xml"/>
  <Override PartName="/ppt/slides/slide60.xml" ContentType="application/vnd.openxmlformats-officedocument.presentationml.slide+xml"/>
  <Override PartName="/ppt/slides/slide59.xml" ContentType="application/vnd.openxmlformats-officedocument.presentationml.slide+xml"/>
  <Override PartName="/ppt/slides/slide5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8D21BF2-953E-436D-9C12-2C4CE75F0FFF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Synthetic note retained separately from edit success.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FB8153-B23E-4C50-AED5-98A0856BB3B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F266298-DA40-4619-B383-BBE1DBAACEB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890A2C7-5421-4BBB-999A-EF3C7201FDE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7492C82-DDFA-4E5F-8B12-6DD3C09EA1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C46484-F20F-4ADA-BEAF-37F6EF4E14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DAA985-0CA5-4DE9-A420-7E685AEC15A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E35CE9-1A74-4613-8258-C3C9F61589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421663-C48B-40D6-A203-1B3E834823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DA3309-D2AA-43CC-B99D-DCA246F3B8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2AA8D8-AAEA-45CD-95F4-3B84D2E1593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7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BCF09DC-B3F3-46CB-A89E-94F479568DA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0B64BC-38DB-48C5-BCE5-5D3445FBCC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PTBenchTitle0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PTBenchTitle0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Picture 2" descr="image.png"/>
          <p:cNvPicPr/>
          <p:nvPr/>
        </p:nvPicPr>
        <p:blipFill>
          <a:blip r:embed="rId1"/>
          <a:stretch/>
        </p:blipFill>
        <p:spPr>
          <a:xfrm>
            <a:off x="7680960" y="365760"/>
            <a:ext cx="273960" cy="27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PTBenchTitle0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PTBenchTitle0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PTBenchTitle0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3" name="PPTBenchTable"/>
          <p:cNvGraphicFramePr/>
          <p:nvPr/>
        </p:nvGraphicFramePr>
        <p:xfrm>
          <a:off x="548640" y="1005840"/>
          <a:ext cx="7314840" cy="22856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S05R0C3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UPDATED-TABLE-A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S05R1C3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UPDATED-TABLE-B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S05R2C3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  <a:tr h="571320"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lIns="73080"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S05R3C3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7308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PTBenchTitle0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PTBenchBody0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PTBenchTitle0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PTBenchBullets"/>
          <p:cNvSpPr/>
          <p:nvPr/>
        </p:nvSpPr>
        <p:spPr>
          <a:xfrm>
            <a:off x="731520" y="914400"/>
            <a:ext cx="2274120" cy="913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Baseline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UPDATED-BULLET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PTBenchTitle0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PTBenchTitle0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09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PTBenchTitle1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1" name="PPTBenchPeriodicTable1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10/0/2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10/2/2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PTBenchTitle1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PTBenchTitle1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PTBenchBody1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PTBenchTitle1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PTBenchTitle1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PTBenchTitle1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PTBenchTitle1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PTBenchTitle1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PTBenchTitle1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PPTBenchBody1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18.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PTBenchTitle1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19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PTBenchTitle2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PPTBenchPeriodicTable2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20/0/2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20/2/2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PTBenchTitle2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PTBenchTitle2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PTBenchTitle2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PTBenchTitle2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PPTBenchBody2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24.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PTBenchTitle2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PTBenchTitle2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PTBenchTitle2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PTBenchTitle2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PTBenchTitle2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29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PTBenchTitle3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PPTBenchPeriodicTable3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30/0/2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30/2/2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PTBenchTitle3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PTBenchTitle3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PTBenchTitle3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PTBenchTitle3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PTBenchTitle3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PTBenchTitle3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PTBenchBody36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36.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PTBenchTitle3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PTBenchTitle3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PTBenchTitle3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39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PTBenchTitle4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18" name="PPTBenchPeriodicTable4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40/0/2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40/2/2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PTBenchTitle4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PTBenchTitle4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PTBenchBody42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42.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PTBenchTitle4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PTBenchTitle4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PTBenchTitle4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PTBenchTitle4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PTBenchTitle4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PTBenchTitle4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PTBenchBody48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48.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PTBenchTitle4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49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PTBenchTitle5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1" name="PPTBenchPeriodicTable5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50/2/2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PTBenchTitle51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51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PTBenchTitle52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PTBenchTitle53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53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PTBenchTitle54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PTBenchBody54"/>
          <p:cNvSpPr/>
          <p:nvPr/>
        </p:nvSpPr>
        <p:spPr>
          <a:xfrm>
            <a:off x="731520" y="914400"/>
            <a:ext cx="68576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content for feature check 54.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PTBenchTitle55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55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PTBenchTitle56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PTBenchTitle57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57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PTBenchTitle58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58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PTBenchTitle59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59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PTBenchTitle60"/>
          <p:cNvSpPr/>
          <p:nvPr/>
        </p:nvSpPr>
        <p:spPr>
          <a:xfrm>
            <a:off x="457200" y="274320"/>
            <a:ext cx="7772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mixed template slide 60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43" name="PPTBenchPeriodicTable60"/>
          <p:cNvGraphicFramePr/>
          <p:nvPr/>
        </p:nvGraphicFramePr>
        <p:xfrm>
          <a:off x="731520" y="914400"/>
          <a:ext cx="5486040" cy="164592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</a:tblGrid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60/0/0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60/0/1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60/0/2</a:t>
                      </a:r>
                      <a:endParaRPr lang="en-US" sz="18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60/1/2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40000"/>
                      </a:schemeClr>
                    </a:solidFill>
                  </a:tcPr>
                </a:tc>
              </a:tr>
              <a:tr h="54864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60/2/0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60/2/1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Calibri"/>
                        </a:rPr>
                        <a:t>60/2/2</a:t>
                      </a:r>
                      <a:endParaRPr lang="en-U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1">
                        <a:tint val="20000"/>
                      </a:schemeClr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LibreOffice/26.8.0.3$MacOSX_AARCH64 LibreOffice_project/bce0998afefdbc355585ca324285661a2170ba77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1980-01-01T00:00:00Z</dcterms:created>
  <dc:creator/>
  <dc:description>generated using python-pptx</dc:description>
  <dc:language>en-US</dc:language>
  <cp:lastModifiedBy/>
  <dcterms:modified xsi:type="dcterms:W3CDTF">2026-10-01T23:11:14Z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