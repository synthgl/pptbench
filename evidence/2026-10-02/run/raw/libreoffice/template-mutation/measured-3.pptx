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BCCD89A-17E1-472D-9356-815E2521D7D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8B78C2-3B0A-4F07-868F-443707306A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81160F-CD7E-4F2B-A0D9-B085C2284A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02CA32-A96B-46F2-91D0-5118CE0A63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65D6BE-DEC6-4B90-9728-F1E8367293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AAD1C9-C2A5-44DE-A926-A8105FFBAE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C1C6D3-A175-4E6F-9E84-B71C6A8462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F5559B-002E-4671-9CA6-2FF777A9AF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4185FA-A542-499F-BCF8-1F03AA4756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8E43D0-E3C2-40D1-B70F-68D00595E0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DC2C92-E1BC-4C20-928B-238E6352DD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B12441-FA46-4B97-A60D-DD8FC692F5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47CD4B-AACC-482E-9042-CA18430780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2026-10-01T23:11:25Z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