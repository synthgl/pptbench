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67896332"/>
        <c:axId val="64373312"/>
      </c:barChart>
      <c:catAx>
        <c:axId val="67896332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4373312"/>
        <c:crosses val="autoZero"/>
        <c:auto val="1"/>
        <c:lblAlgn val="ctr"/>
        <c:lblOffset val="100"/>
        <c:noMultiLvlLbl val="0"/>
      </c:catAx>
      <c:valAx>
        <c:axId val="6437331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789633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86417787"/>
        <c:axId val="61449043"/>
      </c:scatterChart>
      <c:valAx>
        <c:axId val="8641778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1449043"/>
        <c:crosses val="autoZero"/>
        <c:crossBetween val="midCat"/>
      </c:valAx>
      <c:valAx>
        <c:axId val="6144904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6417787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56935923"/>
        <c:axId val="98878618"/>
      </c:bubbleChart>
      <c:valAx>
        <c:axId val="5693592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8878618"/>
        <c:crosses val="autoZero"/>
        <c:crossBetween val="midCat"/>
      </c:valAx>
      <c:valAx>
        <c:axId val="9887861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6935923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2EF314-E222-4489-8908-3918A98087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463D7A-6E99-4A05-8C68-9D799AD65C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709111-D96C-44A9-8A58-D34CD7882A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4DF460-52C3-4DFB-AF32-B85B8D48CE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A11342-6C09-4E22-B820-D8B431D9BD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C49FCC-A3A8-4CCE-A7E3-56B8B29FEF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6071B6-ECD4-474B-BE2B-58369E9E2B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9DC559-F393-4088-905D-091BF5B180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F044AA-1BEF-4AF1-9333-C2BBD312C7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00F5B0-561F-4420-AD29-8F009AC7E6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83642E-F936-410E-9AEF-CB37274B57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