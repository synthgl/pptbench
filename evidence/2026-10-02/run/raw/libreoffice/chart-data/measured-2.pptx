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hart3.xml" ContentType="application/vnd.openxmlformats-officedocument.drawingml.chart+xml"/>
  <Override PartName="/ppt/charts/colors2.xml" ContentType="application/vnd.ms-office.chartcolorstyle+xml"/>
  <Override PartName="/ppt/charts/chart1.xml" ContentType="application/vnd.openxmlformats-officedocument.drawingml.chart+xml"/>
  <Override PartName="/ppt/charts/style1.xml" ContentType="application/vnd.ms-office.chartstyle+xml"/>
  <Override PartName="/ppt/charts/style3.xml" ContentType="application/vnd.ms-office.chartstyle+xml"/>
  <Override PartName="/ppt/charts/colors3.xml" ContentType="application/vnd.ms-office.chartcolorstyl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_rels/chart2.xml.rels><?xml version="1.0" encoding="UTF-8"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
</Relationships>
</file>

<file path=ppt/charts/_rels/chart3.xml.rels><?xml version="1.0" encoding="UTF-8"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2160" b="1" u="none" strike="noStrike">
                <a:solidFill>
                  <a:srgbClr val="000000"/>
                </a:solidFill>
                <a:uFillTx/>
                <a:latin typeface="Calibri"/>
              </a:rPr>
              <a:t>Revenue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Revenue</c:v>
                </c:pt>
              </c:strCache>
            </c:strRef>
          </c:tx>
          <c:spPr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East</c:v>
                </c:pt>
                <c:pt idx="1">
                  <c:v>42</c:v>
                </c:pt>
                <c:pt idx="2">
                  <c:v>84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42</c:v>
                </c:pt>
                <c:pt idx="1">
                  <c:v>84</c:v>
                </c:pt>
                <c:pt idx="2">
                  <c:v>126</c:v>
                </c:pt>
              </c:numCache>
            </c:numRef>
          </c:val>
        </c:ser>
        <c:gapWidth val="150"/>
        <c:overlap val="0"/>
        <c:axId val="72944970"/>
        <c:axId val="74743351"/>
      </c:barChart>
      <c:catAx>
        <c:axId val="72944970"/>
        <c:scaling>
          <c:orientation val="minMax"/>
        </c:scaling>
        <c:delete val="0"/>
        <c:axPos val="b"/>
        <c:numFmt formatCode="[$-409]mm/dd/yyyy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74743351"/>
        <c:crosses val="autoZero"/>
        <c:auto val="1"/>
        <c:lblAlgn val="ctr"/>
        <c:lblOffset val="100"/>
        <c:noMultiLvlLbl val="0"/>
      </c:catAx>
      <c:valAx>
        <c:axId val="74743351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72944970"/>
        <c:crosses val="autoZero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Trend</c:v>
                </c:pt>
              </c:strCache>
            </c:strRef>
          </c:tx>
          <c:spPr>
            <a:solidFill>
              <a:srgbClr val="4A7EBB"/>
            </a:solidFill>
            <a:ln w="28440">
              <a:solidFill>
                <a:srgbClr val="4A7EBB"/>
              </a:solidFill>
              <a:round/>
            </a:ln>
          </c:spPr>
          <c:dLbls>
            <c:txPr>
              <a:bodyPr wrap="non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1</c:f>
              <c:numCache>
                <c:formatCode>General</c:formatCode>
                <c:ptCount val="3"/>
                <c:pt idx="0">
                  <c:v>5</c:v>
                </c:pt>
                <c:pt idx="1">
                  <c:v>21</c:v>
                </c:pt>
                <c:pt idx="2">
                  <c:v>55</c:v>
                </c:pt>
              </c:numCache>
            </c:numRef>
          </c:xVal>
          <c:yVal>
            <c:numRef>
              <c:f>0</c:f>
              <c:numCache>
                <c:formatCode>General</c:formatCode>
                <c:ptCount val="3"/>
                <c:pt idx="0">
                  <c:v>13</c:v>
                </c:pt>
                <c:pt idx="1">
                  <c:v>34</c:v>
                </c:pt>
                <c:pt idx="2">
                  <c:v>89</c:v>
                </c:pt>
              </c:numCache>
            </c:numRef>
          </c:yVal>
          <c:smooth val="0"/>
        </c:ser>
        <c:axId val="68496478"/>
        <c:axId val="63142889"/>
      </c:scatterChart>
      <c:valAx>
        <c:axId val="6849647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63142889"/>
        <c:crosses val="autoZero"/>
        <c:crossBetween val="midCat"/>
      </c:valAx>
      <c:valAx>
        <c:axId val="63142889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68496478"/>
        <c:crosses val="autoZero"/>
        <c:crossBetween val="midCat"/>
      </c:valAx>
      <c:spPr>
        <a:noFill/>
        <a:ln w="0">
          <a:noFill/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sz="1800" b="0" u="none" strike="noStrike">
              <a:solidFill>
                <a:srgbClr val="000000"/>
              </a:solidFill>
              <a:uFillTx/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2160" b="1" u="none" strike="noStrike">
                <a:solidFill>
                  <a:srgbClr val="000000"/>
                </a:solidFill>
                <a:uFillTx/>
                <a:latin typeface="Calibri"/>
              </a:rPr>
              <a:t>Pipeline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ubbleChart>
        <c:varyColors val="0"/>
        <c:ser>
          <c:idx val="0"/>
          <c:order val="0"/>
          <c:tx>
            <c:strRef>
              <c:f>label 2</c:f>
              <c:strCache>
                <c:ptCount val="1"/>
                <c:pt idx="0">
                  <c:v>Pipeline</c:v>
                </c:pt>
              </c:strCache>
            </c:strRef>
          </c:tx>
          <c:spPr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sz="1800" b="0" u="none" strike="noStrike">
                    <a:solidFill>
                      <a:srgbClr val="000000"/>
                    </a:solidFill>
                    <a:uFillTx/>
                    <a:latin typeface="Calibri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1</c:f>
              <c:numCache>
                <c:formatCode>General</c:formatCode>
                <c:ptCount val="3"/>
                <c:pt idx="0">
                  <c:v>5</c:v>
                </c:pt>
                <c:pt idx="1">
                  <c:v>34</c:v>
                </c:pt>
                <c:pt idx="2">
                  <c:v>8</c:v>
                </c:pt>
              </c:numCache>
            </c:numRef>
          </c:xVal>
          <c:yVal>
            <c:numRef>
              <c:f>0</c:f>
              <c:numCache>
                <c:formatCode>General</c:formatCode>
                <c:ptCount val="3"/>
                <c:pt idx="0">
                  <c:v>13</c:v>
                </c:pt>
                <c:pt idx="1">
                  <c:v>55</c:v>
                </c:pt>
                <c:pt idx="2">
                  <c:v>13</c:v>
                </c:pt>
              </c:numCache>
            </c:numRef>
          </c:yVal>
          <c:bubbleSize>
            <c:numRef>
              <c:f>2</c:f>
              <c:numCache>
                <c:formatCode>General</c:formatCode>
                <c:ptCount val="3"/>
                <c:pt idx="0">
                  <c:v>21</c:v>
                </c:pt>
                <c:pt idx="1">
                  <c:v>89</c:v>
                </c:pt>
                <c:pt idx="2">
                  <c:v>21</c:v>
                </c:pt>
              </c:numCache>
            </c:numRef>
          </c:bubbleSize>
          <c:bubble3D val="0"/>
        </c:ser>
        <c:axId val="75812866"/>
        <c:axId val="65417434"/>
      </c:bubbleChart>
      <c:valAx>
        <c:axId val="7581286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65417434"/>
        <c:crosses val="autoZero"/>
        <c:crossBetween val="midCat"/>
      </c:valAx>
      <c:valAx>
        <c:axId val="65417434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75812866"/>
        <c:crosses val="autoZero"/>
        <c:crossBetween val="midCat"/>
      </c:valAx>
      <c:spPr>
        <a:noFill/>
        <a:ln w="0">
          <a:noFill/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sz="1800" b="0" u="none" strike="noStrike">
              <a:solidFill>
                <a:srgbClr val="000000"/>
              </a:solidFill>
              <a:uFillTx/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2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3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2673669-376A-433A-BF88-ACBE76ECAF1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BBFAB05-E890-42EC-BF71-6083B2B3402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113B98A-173F-4CF2-98F0-D8ED12E98F7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A0B597E-EDE2-4C15-95FC-9895BE5BF93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F566B40-F602-45E2-843D-BFF4ECB6C6C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C9829A6-7965-402D-9ABA-42CB2975928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E439FD7-4191-47AD-A65F-589F2FDCD18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75E3315-B64B-4C9D-8FD2-70DD8D89121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BD1CDFA-8B04-4A33-A539-9901B513678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3D26BA3-2FDB-4EEF-8CF3-8C615A583B5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8BBF408-6CD5-440C-BC2A-F8C9087E97D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" name="Chart 1"/>
          <p:cNvGraphicFramePr/>
          <p:nvPr/>
        </p:nvGraphicFramePr>
        <p:xfrm>
          <a:off x="457200" y="457200"/>
          <a:ext cx="7314840" cy="3657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" name="Chart 1"/>
          <p:cNvGraphicFramePr/>
          <p:nvPr/>
        </p:nvGraphicFramePr>
        <p:xfrm>
          <a:off x="457200" y="457200"/>
          <a:ext cx="7314840" cy="3657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" name="Chart 1"/>
          <p:cNvGraphicFramePr/>
          <p:nvPr/>
        </p:nvGraphicFramePr>
        <p:xfrm>
          <a:off x="457200" y="457200"/>
          <a:ext cx="7314840" cy="3657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LibreOffice/26.8.0.3$MacOSX_AARCH64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1980-01-01T00:00:00Z</dcterms:created>
  <dc:creator/>
  <dc:description>generated using python-pptx</dc:description>
  <dc:language>en-US</dc:language>
  <cp:lastModifiedBy>Steve Canny</cp:lastModifiedBy>
  <dcterms:modified xsi:type="dcterms:W3CDTF">1980-01-01T00:00:00Z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