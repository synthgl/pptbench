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65288555"/>
        <c:axId val="37562462"/>
      </c:barChart>
      <c:catAx>
        <c:axId val="65288555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7562462"/>
        <c:crosses val="autoZero"/>
        <c:auto val="1"/>
        <c:lblAlgn val="ctr"/>
        <c:lblOffset val="100"/>
        <c:noMultiLvlLbl val="0"/>
      </c:catAx>
      <c:valAx>
        <c:axId val="3756246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528855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27236493"/>
        <c:axId val="76995894"/>
      </c:scatterChart>
      <c:valAx>
        <c:axId val="2723649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6995894"/>
        <c:crosses val="autoZero"/>
        <c:crossBetween val="midCat"/>
      </c:valAx>
      <c:valAx>
        <c:axId val="7699589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7236493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83801593"/>
        <c:axId val="68535866"/>
      </c:bubbleChart>
      <c:valAx>
        <c:axId val="8380159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8535866"/>
        <c:crosses val="autoZero"/>
        <c:crossBetween val="midCat"/>
      </c:valAx>
      <c:valAx>
        <c:axId val="6853586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3801593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5D22E7-4487-4940-A60B-D183BCEF50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3B2187-DF22-442A-951D-D5D0D0A9F2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5D3D8C-AB75-471D-AC4D-AF40CA32AA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BE6814-DCD1-48B8-913B-83389747F7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264F06-E39E-4A7C-9452-43321CACB6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661911-2408-4068-ACE6-8DA2F7A904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64A79D-AB0B-4776-803F-C35C406C5D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8913C5-3CB2-4454-82F3-3BED251989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E9EFE9-8BAA-4294-8273-1C18E5A88F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A5E0B-4005-4A27-99BF-FE3775C962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1888F7-220C-4AAC-9BBF-FB34EF2761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