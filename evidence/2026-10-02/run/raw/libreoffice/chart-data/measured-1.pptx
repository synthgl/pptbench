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27427027"/>
        <c:axId val="19885641"/>
      </c:barChart>
      <c:catAx>
        <c:axId val="27427027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9885641"/>
        <c:crosses val="autoZero"/>
        <c:auto val="1"/>
        <c:lblAlgn val="ctr"/>
        <c:lblOffset val="100"/>
        <c:noMultiLvlLbl val="0"/>
      </c:catAx>
      <c:valAx>
        <c:axId val="1988564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742702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22396800"/>
        <c:axId val="2336846"/>
      </c:scatterChart>
      <c:valAx>
        <c:axId val="223968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336846"/>
        <c:crosses val="autoZero"/>
        <c:crossBetween val="midCat"/>
      </c:valAx>
      <c:valAx>
        <c:axId val="233684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2396800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15038485"/>
        <c:axId val="46387188"/>
      </c:bubbleChart>
      <c:valAx>
        <c:axId val="1503848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6387188"/>
        <c:crosses val="autoZero"/>
        <c:crossBetween val="midCat"/>
      </c:valAx>
      <c:valAx>
        <c:axId val="4638718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5038485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E53415-DD3F-4DA8-AEF0-920495D4C6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4642A0-98E2-45DE-BB30-5EBBCC7414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AAD314-9597-4BE4-83E1-D5BD6236D1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DA0306-74FB-44BB-B3E4-1672141C5C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30BD01-5C32-44F6-AF1D-033EAE42D1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4EF2CD-C823-4976-A257-00858C1A7E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BB6DAE-901D-43AF-AB94-6A2A9801C8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05CDCB-04D2-4741-B540-2FAFA8153D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AC7771-362C-4BD0-8FE0-2B57F8FD54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F214F5-A26E-4516-804B-F643C61D1E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5C5679-770B-4737-9789-5FC8CAE753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