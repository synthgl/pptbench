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B1B681-1391-41FB-9F9B-721178B109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D01478-6060-4D7F-97EF-500267B7D1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4E0445-3131-4CF6-ACDE-E07B279E6B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979865-F85E-41A4-8A03-5BDD1612C1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31635-4AAA-43B7-9AA2-5952332DEE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AAA779-488E-4B8C-893A-02F96562DF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05B831-59F2-4CB6-AB87-0FA76CB660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C66B91-3020-462A-8A3F-D149B1588C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5ABE60-9554-4B23-9D4C-944330984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2D8D28-474D-4CE5-8203-B93F3910D3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764EF8-5467-4A12-9BEC-DB22DCFF2A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F30B25-6902-4739-A3B1-988D0696BB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E6C843-F538-403A-9B8F-91119E6D6D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