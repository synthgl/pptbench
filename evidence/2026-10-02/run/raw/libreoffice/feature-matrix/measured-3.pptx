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6D792C-E3A4-495B-9DDF-02269A807E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3B5378-9FF7-43CB-8926-4A1B214B3DA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9D5E57-DB73-4E17-AACB-FD34160D82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25211A-E97E-4C11-87D4-70E5D207F9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255F64-FAB4-413D-90A0-2CAB846275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6B6B1F-3BED-449A-BD4B-79131A143B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FA8B45-44EE-46D5-9C2A-1C48A51D21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CA4D40-8B38-404A-9F42-2C252D967C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49C90B-A5C0-49D3-8D13-5B3AE99128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9829C0-7C59-4D23-98C8-B5DACDC296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3ADC93-8198-4C6D-9FF0-A30ACEFDB4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993DEF-45FD-4C5B-B451-09A4F91EB2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88C053-F31F-436F-B227-A319B4F1E0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