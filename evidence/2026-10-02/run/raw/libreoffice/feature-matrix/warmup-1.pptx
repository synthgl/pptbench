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640E8DC-0E93-4815-A2D6-88ADEEA9337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6A66CC-EC8C-4070-885D-A5ED8474466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CDE5CB-B9F0-4A30-BFB1-BC957F5AE2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8EE2CD-92A0-47ED-A182-79F5A34CBB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87523D-4642-4894-BAA6-AD4581DEF7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646A7E-41DB-4D73-B597-B979683947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323E24-FC34-42A2-8AA7-48F675A82A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5A9DFB-C77D-46E0-B725-B8723634AD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CC12D8-A20F-4CD3-B04B-67C06FE34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817F5F-CDE7-4208-8B9A-0AECFBD734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FA15EF-73FB-4212-B67D-3D0CD72B3B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8E01B4-094C-4EE6-A996-76FC54C684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FF2898-5030-4883-8CEF-4437B4467A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