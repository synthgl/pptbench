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C3CB7E-93F5-454F-89E7-CBD30BC407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BCE04B-FD0B-4DB0-8DA4-2D510D460B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77ECF8-0794-4D3A-9D75-8030719B01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2E49B3-F8BD-4AAE-8A6B-9E4E98D40A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2BF8BC-B4C9-4304-9762-8F8AC1065E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380117-1CDF-4E3F-80DD-A9E4D11616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6EBC6E-7988-4A14-805E-3FE43293A4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560184-E7AE-4387-99F7-0F81FD5653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AA74E6-1AD9-4D63-A919-15D2D633F1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C67417-BF71-4E89-B461-CCE7A1F54D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7985B4-5189-4CE1-8ED6-832261AA60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96BF4F-7BD8-4494-AD9C-777002C993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580168-8B40-4CFD-99FA-6628EBC47F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