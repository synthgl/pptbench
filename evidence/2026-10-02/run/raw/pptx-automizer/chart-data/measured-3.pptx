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4.xml" ContentType="application/vnd.openxmlformats-officedocument.drawingml.chart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s/slide5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s/slide6.xml" ContentType="application/vnd.openxmlformats-officedocument.presentationml.slide+xml"/>
  <Override PartName="/ppt/charts/chart9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10-created" id="256"/>
    <p:sldId r:id="rId11-created" id="257"/>
    <p:sldId r:id="rId12-created" id="2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0-created" Type="http://schemas.openxmlformats.org/officeDocument/2006/relationships/slide" Target="slides/slide4.xml"/><Relationship Id="rId11-created" Type="http://schemas.openxmlformats.org/officeDocument/2006/relationships/slide" Target="slides/slide5.xml"/><Relationship Id="rId12-created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-created-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-created-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-created-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-created-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-created-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-created-9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1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42</c:v>
                </c:pt>
                <c:pt idx="2">
                  <c:v>84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84</c:v>
                </c:pt>
                <c:pt idx="2">
                  <c:v>126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</c:v>
                </c:pt>
              </c:strCache>
            </c:strRef>
          </c:tx>
          <c:xVal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7</c:v>
                </c:pt>
                <c:pt idx="2">
                  <c:v>11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1"/>
          <c:tx>
            <c:strRef>
              <c:f>Sheet1!$B$1</c:f>
              <c:strCache>
                <c:ptCount val="1"/>
                <c:pt idx="0">
                  <c:v>Trend</c:v>
                </c:pt>
              </c:strCache>
            </c:strRef>
          </c:tx>
          <c:x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21</c:v>
                </c:pt>
                <c:pt idx="2">
                  <c:v>55</c:v>
                </c:pt>
              </c:numCache>
            </c:numRef>
          </c:xVal>
          <c:yVal>
            <c:numRef>
              <c:f>Sheet1!$C$2:$C$4</c:f>
              <c:numCache>
                <c:formatCode>General</c:formatCode>
                <c:ptCount val="3"/>
                <c:pt idx="0">
                  <c:v>13</c:v>
                </c:pt>
                <c:pt idx="1">
                  <c:v>34</c:v>
                </c:pt>
                <c:pt idx="2">
                  <c:v>89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invertIfNegative val="0"/>
          <c:xVal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9</c:v>
                </c:pt>
                <c:pt idx="2">
                  <c:v>12</c:v>
                </c:pt>
              </c:numCache>
            </c:numRef>
          </c:yVal>
          <c:bubbleSize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8</c:v>
                </c:pt>
                <c:pt idx="2">
                  <c:v>12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157200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layout/>
      <c:bubbleChart>
        <c:varyColors val="0"/>
        <c:ser>
          <c:idx val="0"/>
          <c:order val="1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invertIfNegative val="0"/>
          <c:x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34</c:v>
                </c:pt>
                <c:pt idx="2">
                  <c:v>8</c:v>
                </c:pt>
              </c:numCache>
            </c:numRef>
          </c:xVal>
          <c:yVal>
            <c:numRef>
              <c:f>Sheet1!$C$2:$C$4</c:f>
              <c:numCache>
                <c:formatCode>General</c:formatCode>
                <c:ptCount val="3"/>
                <c:pt idx="0">
                  <c:v>13</c:v>
                </c:pt>
                <c:pt idx="1">
                  <c:v>55</c:v>
                </c:pt>
                <c:pt idx="2">
                  <c:v>13</c:v>
                </c:pt>
              </c:numCache>
            </c:numRef>
          </c:yVal>
          <c:bubbleSize>
            <c:numRef>
              <c:f>Sheet1!$D$2:$D$4</c:f>
              <c:numCache>
                <c:formatCode>General</c:formatCode>
                <c:ptCount val="3"/>
                <c:pt idx="0">
                  <c:v>21</c:v>
                </c:pt>
                <c:pt idx="1">
                  <c:v>89</c:v>
                </c:pt>
                <c:pt idx="2">
                  <c:v>21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157200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-created" Type="http://schemas.openxmlformats.org/officeDocument/2006/relationships/chart" Target="../charts/chart4.xml"/><Relationship Id="rId4-created" Type="http://schemas.openxmlformats.org/officeDocument/2006/relationships/chart" Target="../charts/char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-created" Type="http://schemas.openxmlformats.org/officeDocument/2006/relationships/chart" Target="../charts/chart6.xml"/><Relationship Id="rId4-created" Type="http://schemas.openxmlformats.org/officeDocument/2006/relationships/chart" Target="../charts/char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-created" Type="http://schemas.openxmlformats.org/officeDocument/2006/relationships/chart" Target="../charts/chart8.xml"/><Relationship Id="rId4-created" Type="http://schemas.openxmlformats.org/officeDocument/2006/relationships/chart" Target="../charts/chart9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7315200" cy="3657600"/>
        </p:xfrm>
        <a:graphic>
          <a:graphicData uri="http://schemas.openxmlformats.org/drawingml/2006/chart">
            <c:chart xmlns:c="http://schemas.openxmlformats.org/drawingml/2006/chart" r:id="rId4-created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7315200" cy="3657600"/>
        </p:xfrm>
        <a:graphic>
          <a:graphicData uri="http://schemas.openxmlformats.org/drawingml/2006/chart">
            <c:chart xmlns:c="http://schemas.openxmlformats.org/drawingml/2006/chart" r:id="rId4-created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7315200" cy="3657600"/>
        </p:xfrm>
        <a:graphic>
          <a:graphicData uri="http://schemas.openxmlformats.org/drawingml/2006/chart">
            <c:chart xmlns:c="http://schemas.openxmlformats.org/drawingml/2006/chart" r:id="rId4-created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1980-01-01T00:00:00Z</dcterms:created>
  <dcterms:modified xsi:type="dcterms:W3CDTF">1980-01-01T00:00:00Z</dcterms:modified>
  <cp:category/>
</cp:coreProperties>
</file>