
<file path=[Content_Types].xml><?xml version="1.0" encoding="utf-8"?>
<Types xmlns="http://schemas.openxmlformats.org/package/2006/content-types">
  <Default ContentType="application/vnd.openxmlformats-officedocument.presentationml.printerSettings" Extension="bin"/>
  <Default ContentType="image/jpeg" Extension="jpe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drawingml.chart+xml" PartName="/ppt/charts/chart2.xml"/>
  <Override ContentType="application/vnd.openxmlformats-officedocument.drawingml.chart+xml" PartName="/ppt/charts/chart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interSettings/printerSettings1.bin" Type="http://schemas.openxmlformats.org/officeDocument/2006/relationships/printerSettings"/><Relationship Id="rId3" Target="presProps.xml" Type="http://schemas.openxmlformats.org/officeDocument/2006/relationships/presProps"/><Relationship Id="rId4" Target="viewProps.xml" Type="http://schemas.openxmlformats.org/officeDocument/2006/relationships/viewProps"/><Relationship Id="rId5" Target="theme/theme1.xml" Type="http://schemas.openxmlformats.org/officeDocument/2006/relationships/theme"/><Relationship Id="rId6" Target="tableStyles.xml" Type="http://schemas.openxmlformats.org/officeDocument/2006/relationships/tableStyles"/><Relationship Id="rId7" Target="slides/slide1.xml" Type="http://schemas.openxmlformats.org/officeDocument/2006/relationships/slide"/><Relationship Id="rId8" Target="slides/slide2.xml" Type="http://schemas.openxmlformats.org/officeDocument/2006/relationships/slide"/><Relationship Id="rId9" Target="slides/slide3.xml" Type="http://schemas.openxmlformats.org/officeDocument/2006/relationships/slide"/></Relationships>
</file>

<file path=ppt/charts/_rels/chart1.xml.rels><?xml version="1.0" encoding="UTF-8" standalone="yes"?><Relationships xmlns="http://schemas.openxmlformats.org/package/2006/relationships"><Relationship Id="rId1" Target="../embeddings/Microsoft_Excel_Sheet1.xlsx" Type="http://schemas.openxmlformats.org/officeDocument/2006/relationships/package"/></Relationships>
</file>

<file path=ppt/charts/_rels/chart2.xml.rels><?xml version="1.0" encoding="UTF-8" standalone="yes"?><Relationships xmlns="http://schemas.openxmlformats.org/package/2006/relationships"><Relationship Id="rId1" Target="../embeddings/Microsoft_Excel_Sheet2.xlsx" Type="http://schemas.openxmlformats.org/officeDocument/2006/relationships/package"/></Relationships>
</file>

<file path=ppt/charts/_rels/chart3.xml.rels><?xml version="1.0" encoding="UTF-8" standalone="yes"?><Relationships xmlns="http://schemas.openxmlformats.org/package/2006/relationships"><Relationship Id="rId1" Target="../embeddings/Microsoft_Excel_Sheet3.xlsx" Type="http://schemas.openxmlformats.org/officeDocument/2006/relationships/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42</c:v>
                </c:pt>
                <c:pt idx="2">
                  <c:v>84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84</c:v>
                </c:pt>
                <c:pt idx="2">
                  <c:v>126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</c:v>
                </c:pt>
              </c:strCache>
            </c:strRef>
          </c:tx>
          <c:xVal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21</c:v>
                </c:pt>
                <c:pt idx="2">
                  <c:v>55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34</c:v>
                </c:pt>
                <c:pt idx="2">
                  <c:v>89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invertIfNegative val="0"/>
          <c:xVal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34</c:v>
                </c:pt>
                <c:pt idx="2">
                  <c:v>8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55</c:v>
                </c:pt>
                <c:pt idx="2">
                  <c:v>13</c:v>
                </c:pt>
              </c:numCache>
            </c:numRef>
          </c:yVal>
          <c:bubbleSize>
            <c:numRef>
              <c:f>Sheet1!$C$2:$C$4</c:f>
              <c:numCache>
                <c:formatCode>General</c:formatCode>
                <c:ptCount val="3"/>
                <c:pt idx="0">
                  <c:v>21</c:v>
                </c:pt>
                <c:pt idx="1">
                  <c:v>89</c:v>
                </c:pt>
                <c:pt idx="2">
                  <c:v>21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157200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1.xml" Type="http://schemas.openxmlformats.org/officeDocument/2006/relationships/char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2.xml" Type="http://schemas.openxmlformats.org/officeDocument/2006/relationships/char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3.xml" Type="http://schemas.openxmlformats.org/officeDocument/2006/relationships/char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1980-01-01T00:00:00Z</dcterms:created>
  <dc:description>generated using python-pptx</dc:description>
  <cp:lastModifiedBy>Steve Canny</cp:lastModifiedBy>
  <dcterms:modified xsi:type="dcterms:W3CDTF">1980-01-01T00:00:00Z</dcterms:modified>
  <cp:revision>1</cp:revision>
</cp:coreProperties>
</file>