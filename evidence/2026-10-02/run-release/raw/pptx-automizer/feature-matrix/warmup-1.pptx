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r:id="rId68-created" id="256"/>
    <p:sldId r:id="rId69-created" id="257"/>
    <p:sldId r:id="rId70-created" id="258"/>
    <p:sldId r:id="rId71-created" id="259"/>
    <p:sldId r:id="rId72-created" id="260"/>
    <p:sldId r:id="rId73-created" id="261"/>
    <p:sldId r:id="rId74-created" id="262"/>
    <p:sldId r:id="rId75-created" id="263"/>
    <p:sldId r:id="rId76-created" id="264"/>
    <p:sldId r:id="rId77-created" id="265"/>
    <p:sldId r:id="rId78-created" id="266"/>
    <p:sldId r:id="rId79-created" id="267"/>
    <p:sldId r:id="rId80-created" id="268"/>
    <p:sldId r:id="rId81-created" id="269"/>
    <p:sldId r:id="rId82-created" id="270"/>
    <p:sldId r:id="rId83-created" id="271"/>
    <p:sldId r:id="rId84-created" id="272"/>
    <p:sldId r:id="rId85-created" id="273"/>
    <p:sldId r:id="rId86-created" id="274"/>
    <p:sldId r:id="rId87-created" id="275"/>
    <p:sldId r:id="rId88-created" id="276"/>
    <p:sldId r:id="rId89-created" id="277"/>
    <p:sldId r:id="rId90-created" id="278"/>
    <p:sldId r:id="rId91-created" id="279"/>
    <p:sldId r:id="rId92-created" id="280"/>
    <p:sldId r:id="rId93-created" id="281"/>
    <p:sldId r:id="rId94-created" id="282"/>
    <p:sldId r:id="rId95-created" id="283"/>
    <p:sldId r:id="rId96-created" id="284"/>
    <p:sldId r:id="rId97-created" id="285"/>
    <p:sldId r:id="rId98-created" id="286"/>
    <p:sldId r:id="rId99-created" id="287"/>
    <p:sldId r:id="rId100-created" id="288"/>
    <p:sldId r:id="rId101-created" id="289"/>
    <p:sldId r:id="rId102-created" id="290"/>
    <p:sldId r:id="rId103-created" id="291"/>
    <p:sldId r:id="rId104-created" id="292"/>
    <p:sldId r:id="rId105-created" id="293"/>
    <p:sldId r:id="rId106-created" id="294"/>
    <p:sldId r:id="rId107-created" id="295"/>
    <p:sldId r:id="rId108-created" id="296"/>
    <p:sldId r:id="rId109-created" id="297"/>
    <p:sldId r:id="rId110-created" id="298"/>
    <p:sldId r:id="rId111-created" id="299"/>
    <p:sldId r:id="rId112-created" id="300"/>
    <p:sldId r:id="rId113-created" id="301"/>
    <p:sldId r:id="rId114-created" id="302"/>
    <p:sldId r:id="rId115-created" id="303"/>
    <p:sldId r:id="rId116-created" id="304"/>
    <p:sldId r:id="rId117-created" id="305"/>
    <p:sldId r:id="rId118-created" id="306"/>
    <p:sldId r:id="rId119-created" id="307"/>
    <p:sldId r:id="rId120-created" id="308"/>
    <p:sldId r:id="rId121-created" id="309"/>
    <p:sldId r:id="rId122-created" id="310"/>
    <p:sldId r:id="rId123-created" id="311"/>
    <p:sldId r:id="rId124-created" id="312"/>
    <p:sldId r:id="rId125-created" id="313"/>
    <p:sldId r:id="rId126-created" id="314"/>
    <p:sldId r:id="rId127-created" id="3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8" Type="http://schemas.openxmlformats.org/officeDocument/2006/relationships/notesMaster" Target="notesMasters/notesMaster1.xml"/><Relationship Id="rId68-created" Type="http://schemas.openxmlformats.org/officeDocument/2006/relationships/slide" Target="slides/slide61.xml"/><Relationship Id="rId69-created" Type="http://schemas.openxmlformats.org/officeDocument/2006/relationships/slide" Target="slides/slide62.xml"/><Relationship Id="rId70-created" Type="http://schemas.openxmlformats.org/officeDocument/2006/relationships/slide" Target="slides/slide63.xml"/><Relationship Id="rId71-created" Type="http://schemas.openxmlformats.org/officeDocument/2006/relationships/slide" Target="slides/slide64.xml"/><Relationship Id="rId72-created" Type="http://schemas.openxmlformats.org/officeDocument/2006/relationships/slide" Target="slides/slide65.xml"/><Relationship Id="rId73-created" Type="http://schemas.openxmlformats.org/officeDocument/2006/relationships/slide" Target="slides/slide66.xml"/><Relationship Id="rId74-created" Type="http://schemas.openxmlformats.org/officeDocument/2006/relationships/slide" Target="slides/slide67.xml"/><Relationship Id="rId75-created" Type="http://schemas.openxmlformats.org/officeDocument/2006/relationships/slide" Target="slides/slide68.xml"/><Relationship Id="rId76-created" Type="http://schemas.openxmlformats.org/officeDocument/2006/relationships/slide" Target="slides/slide69.xml"/><Relationship Id="rId77-created" Type="http://schemas.openxmlformats.org/officeDocument/2006/relationships/slide" Target="slides/slide70.xml"/><Relationship Id="rId78-created" Type="http://schemas.openxmlformats.org/officeDocument/2006/relationships/slide" Target="slides/slide71.xml"/><Relationship Id="rId79-created" Type="http://schemas.openxmlformats.org/officeDocument/2006/relationships/slide" Target="slides/slide72.xml"/><Relationship Id="rId80-created" Type="http://schemas.openxmlformats.org/officeDocument/2006/relationships/slide" Target="slides/slide73.xml"/><Relationship Id="rId81-created" Type="http://schemas.openxmlformats.org/officeDocument/2006/relationships/slide" Target="slides/slide74.xml"/><Relationship Id="rId82-created" Type="http://schemas.openxmlformats.org/officeDocument/2006/relationships/slide" Target="slides/slide75.xml"/><Relationship Id="rId83-created" Type="http://schemas.openxmlformats.org/officeDocument/2006/relationships/slide" Target="slides/slide76.xml"/><Relationship Id="rId84-created" Type="http://schemas.openxmlformats.org/officeDocument/2006/relationships/slide" Target="slides/slide77.xml"/><Relationship Id="rId85-created" Type="http://schemas.openxmlformats.org/officeDocument/2006/relationships/slide" Target="slides/slide78.xml"/><Relationship Id="rId86-created" Type="http://schemas.openxmlformats.org/officeDocument/2006/relationships/slide" Target="slides/slide79.xml"/><Relationship Id="rId87-created" Type="http://schemas.openxmlformats.org/officeDocument/2006/relationships/slide" Target="slides/slide80.xml"/><Relationship Id="rId88-created" Type="http://schemas.openxmlformats.org/officeDocument/2006/relationships/slide" Target="slides/slide81.xml"/><Relationship Id="rId89-created" Type="http://schemas.openxmlformats.org/officeDocument/2006/relationships/slide" Target="slides/slide82.xml"/><Relationship Id="rId90-created" Type="http://schemas.openxmlformats.org/officeDocument/2006/relationships/slide" Target="slides/slide83.xml"/><Relationship Id="rId91-created" Type="http://schemas.openxmlformats.org/officeDocument/2006/relationships/slide" Target="slides/slide84.xml"/><Relationship Id="rId92-created" Type="http://schemas.openxmlformats.org/officeDocument/2006/relationships/slide" Target="slides/slide85.xml"/><Relationship Id="rId93-created" Type="http://schemas.openxmlformats.org/officeDocument/2006/relationships/slide" Target="slides/slide86.xml"/><Relationship Id="rId94-created" Type="http://schemas.openxmlformats.org/officeDocument/2006/relationships/slide" Target="slides/slide87.xml"/><Relationship Id="rId95-created" Type="http://schemas.openxmlformats.org/officeDocument/2006/relationships/slide" Target="slides/slide88.xml"/><Relationship Id="rId96-created" Type="http://schemas.openxmlformats.org/officeDocument/2006/relationships/slide" Target="slides/slide89.xml"/><Relationship Id="rId97-created" Type="http://schemas.openxmlformats.org/officeDocument/2006/relationships/slide" Target="slides/slide90.xml"/><Relationship Id="rId98-created" Type="http://schemas.openxmlformats.org/officeDocument/2006/relationships/slide" Target="slides/slide91.xml"/><Relationship Id="rId99-created" Type="http://schemas.openxmlformats.org/officeDocument/2006/relationships/slide" Target="slides/slide92.xml"/><Relationship Id="rId100-created" Type="http://schemas.openxmlformats.org/officeDocument/2006/relationships/slide" Target="slides/slide93.xml"/><Relationship Id="rId101-created" Type="http://schemas.openxmlformats.org/officeDocument/2006/relationships/slide" Target="slides/slide94.xml"/><Relationship Id="rId102-created" Type="http://schemas.openxmlformats.org/officeDocument/2006/relationships/slide" Target="slides/slide95.xml"/><Relationship Id="rId103-created" Type="http://schemas.openxmlformats.org/officeDocument/2006/relationships/slide" Target="slides/slide96.xml"/><Relationship Id="rId104-created" Type="http://schemas.openxmlformats.org/officeDocument/2006/relationships/slide" Target="slides/slide97.xml"/><Relationship Id="rId105-created" Type="http://schemas.openxmlformats.org/officeDocument/2006/relationships/slide" Target="slides/slide98.xml"/><Relationship Id="rId106-created" Type="http://schemas.openxmlformats.org/officeDocument/2006/relationships/slide" Target="slides/slide99.xml"/><Relationship Id="rId107-created" Type="http://schemas.openxmlformats.org/officeDocument/2006/relationships/slide" Target="slides/slide100.xml"/><Relationship Id="rId108-created" Type="http://schemas.openxmlformats.org/officeDocument/2006/relationships/slide" Target="slides/slide101.xml"/><Relationship Id="rId109-created" Type="http://schemas.openxmlformats.org/officeDocument/2006/relationships/slide" Target="slides/slide102.xml"/><Relationship Id="rId110-created" Type="http://schemas.openxmlformats.org/officeDocument/2006/relationships/slide" Target="slides/slide103.xml"/><Relationship Id="rId111-created" Type="http://schemas.openxmlformats.org/officeDocument/2006/relationships/slide" Target="slides/slide104.xml"/><Relationship Id="rId112-created" Type="http://schemas.openxmlformats.org/officeDocument/2006/relationships/slide" Target="slides/slide105.xml"/><Relationship Id="rId113-created" Type="http://schemas.openxmlformats.org/officeDocument/2006/relationships/slide" Target="slides/slide106.xml"/><Relationship Id="rId114-created" Type="http://schemas.openxmlformats.org/officeDocument/2006/relationships/slide" Target="slides/slide107.xml"/><Relationship Id="rId115-created" Type="http://schemas.openxmlformats.org/officeDocument/2006/relationships/slide" Target="slides/slide108.xml"/><Relationship Id="rId116-created" Type="http://schemas.openxmlformats.org/officeDocument/2006/relationships/slide" Target="slides/slide109.xml"/><Relationship Id="rId117-created" Type="http://schemas.openxmlformats.org/officeDocument/2006/relationships/slide" Target="slides/slide110.xml"/><Relationship Id="rId118-created" Type="http://schemas.openxmlformats.org/officeDocument/2006/relationships/slide" Target="slides/slide111.xml"/><Relationship Id="rId119-created" Type="http://schemas.openxmlformats.org/officeDocument/2006/relationships/slide" Target="slides/slide112.xml"/><Relationship Id="rId120-created" Type="http://schemas.openxmlformats.org/officeDocument/2006/relationships/slide" Target="slides/slide113.xml"/><Relationship Id="rId121-created" Type="http://schemas.openxmlformats.org/officeDocument/2006/relationships/slide" Target="slides/slide114.xml"/><Relationship Id="rId122-created" Type="http://schemas.openxmlformats.org/officeDocument/2006/relationships/slide" Target="slides/slide115.xml"/><Relationship Id="rId123-created" Type="http://schemas.openxmlformats.org/officeDocument/2006/relationships/slide" Target="slides/slide116.xml"/><Relationship Id="rId124-created" Type="http://schemas.openxmlformats.org/officeDocument/2006/relationships/slide" Target="slides/slide117.xml"/><Relationship Id="rId125-created" Type="http://schemas.openxmlformats.org/officeDocument/2006/relationships/slide" Target="slides/slide118.xml"/><Relationship Id="rId126-created" Type="http://schemas.openxmlformats.org/officeDocument/2006/relationships/slide" Target="slides/slide119.xml"/><Relationship Id="rId127-created" Type="http://schemas.openxmlformats.org/officeDocument/2006/relationships/slide" Target="slides/slide1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note retained separately from edit success.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02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65760"/>
            <a:ext cx="274320" cy="27432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05</a:t>
            </a:r>
          </a:p>
        </p:txBody>
      </p:sp>
      <p:graphicFrame>
        <p:nvGraphicFramePr>
          <p:cNvPr id="3" name="PPTBenchTable"/>
          <p:cNvGraphicFramePr>
            <a:graphicFrameLocks noGrp="1"/>
          </p:cNvGraphicFramePr>
          <p:nvPr/>
        </p:nvGraphicFramePr>
        <p:xfrm>
          <a:off x="548640" y="100584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71500">
                <a:tc>
                  <a:txBody>
                    <a:bodyPr/>
                    <a:lstStyle/>
                    <a:p>
                      <a:r>
                        <a:t>S05R0C0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S05R0C3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S05R1C0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S05R1C3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S05R2C0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S05R2C3</a:t>
                      </a:r>
                    </a:p>
                  </a:txBody>
                  <a:tcPr marL="73152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S05R3C0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S05R3C1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S05R3C2</a:t>
                      </a:r>
                    </a:p>
                  </a:txBody>
                  <a:tcPr marL="73152"/>
                </a:tc>
                <a:tc>
                  <a:txBody>
                    <a:bodyPr/>
                    <a:lstStyle/>
                    <a:p>
                      <a:r>
                        <a:t>S05R3C3</a:t>
                      </a:r>
                    </a:p>
                  </a:txBody>
                  <a:tcPr marL="73152"/>
                </a:tc>
              </a:tr>
            </a:tbl>
          </a:graphicData>
        </a:graphic>
      </p:graphicFrame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06</a:t>
            </a:r>
          </a:p>
        </p:txBody>
      </p:sp>
      <p:sp>
        <p:nvSpPr>
          <p:cNvPr id="3" name="PPTBenchBody0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6.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07</a:t>
            </a:r>
          </a:p>
        </p:txBody>
      </p:sp>
      <p:sp>
        <p:nvSpPr>
          <p:cNvPr id="3" name="PPTBenchBullets"/>
          <p:cNvSpPr txBox="1"/>
          <p:nvPr/>
        </p:nvSpPr>
        <p:spPr>
          <a:xfrm>
            <a:off x="731520" y="9144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/>
            <a:r>
              <a:t>Baseline bullet</a:t>
            </a:r>
          </a:p>
          <a:p>
            <a:pPr lvl="1"/>
            <a:r>
              <a:t>Second bullet</a:t>
            </a:r>
          </a:p>
          <a:p>
            <a:pPr lvl="1"/>
            <a:r>
              <a:t>Third bullet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0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09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10</a:t>
            </a:r>
          </a:p>
        </p:txBody>
      </p:sp>
      <p:graphicFrame>
        <p:nvGraphicFramePr>
          <p:cNvPr id="3" name="PPTBenchPeriodicTable1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10/0/0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10/2/0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12</a:t>
            </a:r>
          </a:p>
        </p:txBody>
      </p:sp>
      <p:sp>
        <p:nvSpPr>
          <p:cNvPr id="3" name="PPTBenchBody1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12.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18</a:t>
            </a:r>
          </a:p>
        </p:txBody>
      </p:sp>
      <p:sp>
        <p:nvSpPr>
          <p:cNvPr id="3" name="PPTBenchBody1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18.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1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19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20</a:t>
            </a:r>
          </a:p>
        </p:txBody>
      </p:sp>
      <p:graphicFrame>
        <p:nvGraphicFramePr>
          <p:cNvPr id="3" name="PPTBenchPeriodicTable2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20/0/0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20/2/0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24</a:t>
            </a:r>
          </a:p>
        </p:txBody>
      </p:sp>
      <p:sp>
        <p:nvSpPr>
          <p:cNvPr id="3" name="PPTBenchBody2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24.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2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29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30</a:t>
            </a:r>
          </a:p>
        </p:txBody>
      </p:sp>
      <p:graphicFrame>
        <p:nvGraphicFramePr>
          <p:cNvPr id="3" name="PPTBenchPeriodicTable3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30/0/0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30/2/0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36</a:t>
            </a:r>
          </a:p>
        </p:txBody>
      </p:sp>
      <p:sp>
        <p:nvSpPr>
          <p:cNvPr id="3" name="PPTBenchBody36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36.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3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39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40</a:t>
            </a:r>
          </a:p>
        </p:txBody>
      </p:sp>
      <p:graphicFrame>
        <p:nvGraphicFramePr>
          <p:cNvPr id="3" name="PPTBenchPeriodicTable4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40/0/0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40/2/0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42</a:t>
            </a:r>
          </a:p>
        </p:txBody>
      </p:sp>
      <p:sp>
        <p:nvSpPr>
          <p:cNvPr id="3" name="PPTBenchBody42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42.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48</a:t>
            </a:r>
          </a:p>
        </p:txBody>
      </p:sp>
      <p:sp>
        <p:nvSpPr>
          <p:cNvPr id="3" name="PPTBenchBody48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48.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4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49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50</a:t>
            </a:r>
          </a:p>
        </p:txBody>
      </p:sp>
      <p:graphicFrame>
        <p:nvGraphicFramePr>
          <p:cNvPr id="3" name="PPTBenchPeriodicTable5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50/0/0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50/2/0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1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2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3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4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54</a:t>
            </a:r>
          </a:p>
        </p:txBody>
      </p:sp>
      <p:sp>
        <p:nvSpPr>
          <p:cNvPr id="3" name="PPTBenchBody54"/>
          <p:cNvSpPr txBox="1"/>
          <p:nvPr/>
        </p:nvSpPr>
        <p:spPr>
          <a:xfrm>
            <a:off x="731520" y="914400"/>
            <a:ext cx="6858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Synthetic content for feature check 54.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5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6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7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8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59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59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PTBenchTitle60"/>
          <p:cNvSpPr txBox="1"/>
          <p:nvPr/>
        </p:nvSpPr>
        <p:spPr>
          <a:xfrm>
            <a:off x="457200" y="27432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00"/>
              <a:t>Synthetic mixed template slide 60</a:t>
            </a:r>
          </a:p>
        </p:txBody>
      </p:sp>
      <p:graphicFrame>
        <p:nvGraphicFramePr>
          <p:cNvPr id="3" name="PPTBenchPeriodicTable60"/>
          <p:cNvGraphicFramePr>
            <a:graphicFrameLocks noGrp="1"/>
          </p:cNvGraphicFramePr>
          <p:nvPr/>
        </p:nvGraphicFramePr>
        <p:xfrm>
          <a:off x="731520" y="91440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/>
                    <a:lstStyle/>
                    <a:p>
                      <a:r>
                        <a:t>60/0/0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60/0/2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60/1/0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60/1/2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60/2/0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60/2/2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unknown/pptbench.xml><?xml version="1.0" encoding="utf-8"?>
<pptbench:marker xmlns:pptbench="https://pptbench.local/unknown">opaque</pptbench:marker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1980-01-01T00:00:00Z</dcterms:created>
  <dcterms:modified xsi:type="dcterms:W3CDTF">1980-01-01T00:00:00Z</dcterms:modified>
  <cp:category/>
</cp:coreProperties>
</file>