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East</c:v>
                </c:pt>
                <c:pt idx="1">
                  <c:v>42</c:v>
                </c:pt>
                <c:pt idx="2">
                  <c:v>84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</c:v>
                </c:pt>
                <c:pt idx="1">
                  <c:v>84</c:v>
                </c:pt>
                <c:pt idx="2">
                  <c:v>126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Trend</c:v>
                </c:pt>
              </c:strCache>
            </c:strRef>
          </c:tx>
          <c:xVal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21</c:v>
                </c:pt>
                <c:pt idx="2">
                  <c:v>55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13</c:v>
                </c:pt>
                <c:pt idx="1">
                  <c:v>34</c:v>
                </c:pt>
                <c:pt idx="2">
                  <c:v>89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Pipeline</c:v>
                </c:pt>
              </c:strCache>
            </c:strRef>
          </c:tx>
          <c:invertIfNegative val="0"/>
          <c:xVal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34</c:v>
                </c:pt>
                <c:pt idx="2">
                  <c:v>8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13</c:v>
                </c:pt>
                <c:pt idx="1">
                  <c:v>55</c:v>
                </c:pt>
                <c:pt idx="2">
                  <c:v>13</c:v>
                </c:pt>
              </c:numCache>
            </c:numRef>
          </c:yVal>
          <c:bubbleSize>
            <c:numRef>
              <c:f>Sheet1!$C$2:$C$4</c:f>
              <c:numCache>
                <c:formatCode>General</c:formatCode>
                <c:ptCount val="3"/>
                <c:pt idx="0">
                  <c:v>21</c:v>
                </c:pt>
                <c:pt idx="1">
                  <c:v>89</c:v>
                </c:pt>
                <c:pt idx="2">
                  <c:v>21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-2115720072"/>
        <c:axId val="-2115723560"/>
      </c:bubbleChart>
      <c:valAx>
        <c:axId val="-21157200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15723560"/>
        <c:crosses val="autoZero"/>
        <c:crossBetween val="midCat"/>
      </c:valAx>
      <c:valAx>
        <c:axId val="-211572356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15720072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slide1.xml><?xml version="1.0" encoding="utf-8"?>
<p:sld xmlns:c="http://schemas.openxmlformats.org/drawingml/2006/chart"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4572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c="http://schemas.openxmlformats.org/drawingml/2006/chart"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4572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c="http://schemas.openxmlformats.org/drawingml/2006/chart"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4572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1980-01-01T00:00:00Z</dcterms:created>
  <dcterms:modified xsi:type="dcterms:W3CDTF">1980-01-01T00:00:00Z</dcterms:modified>
  <cp:category/>
</cp:coreProperties>
</file>