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17663463"/>
        <c:axId val="27711712"/>
      </c:barChart>
      <c:catAx>
        <c:axId val="17663463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7711712"/>
        <c:crosses val="autoZero"/>
        <c:auto val="1"/>
        <c:lblAlgn val="ctr"/>
        <c:lblOffset val="100"/>
        <c:noMultiLvlLbl val="0"/>
      </c:catAx>
      <c:valAx>
        <c:axId val="27711712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766346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19982365"/>
        <c:axId val="82805556"/>
      </c:scatterChart>
      <c:valAx>
        <c:axId val="1998236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2805556"/>
        <c:crosses val="autoZero"/>
        <c:crossBetween val="midCat"/>
      </c:valAx>
      <c:valAx>
        <c:axId val="82805556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9982365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6753276"/>
        <c:axId val="76004111"/>
      </c:bubbleChart>
      <c:valAx>
        <c:axId val="67532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6004111"/>
        <c:crosses val="autoZero"/>
        <c:crossBetween val="midCat"/>
      </c:valAx>
      <c:valAx>
        <c:axId val="76004111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753276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A79C89-D83A-4490-9464-3F6090E082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5642C6-051C-4BF1-BFEF-A22E48DEA8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8D752D-13DA-4157-9A52-CB0BE55EA0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DF2D30-7805-41EB-8280-4D47487FAD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295CE4-C6C1-4F12-9C98-C65FED5B4B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8A020A-4786-42F6-8B31-CD23967DA3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00CA86-CA86-48EF-A500-B646670B3C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247216-E8D0-4D44-A4B7-79C49C4FFE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ADFC27-8728-49AD-8303-68D525F5BA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641205-B5B7-4BBD-8DB1-DE22B9A40C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93FC2A-FB3E-4D97-B6FB-8064401177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