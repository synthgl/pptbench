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40146299"/>
        <c:axId val="58206733"/>
      </c:barChart>
      <c:catAx>
        <c:axId val="40146299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8206733"/>
        <c:crosses val="autoZero"/>
        <c:auto val="1"/>
        <c:lblAlgn val="ctr"/>
        <c:lblOffset val="100"/>
        <c:noMultiLvlLbl val="0"/>
      </c:catAx>
      <c:valAx>
        <c:axId val="58206733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014629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86218948"/>
        <c:axId val="27516764"/>
      </c:scatterChart>
      <c:valAx>
        <c:axId val="862189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7516764"/>
        <c:crosses val="autoZero"/>
        <c:crossBetween val="midCat"/>
      </c:valAx>
      <c:valAx>
        <c:axId val="2751676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6218948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35678059"/>
        <c:axId val="28853005"/>
      </c:bubbleChart>
      <c:valAx>
        <c:axId val="3567805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8853005"/>
        <c:crosses val="autoZero"/>
        <c:crossBetween val="midCat"/>
      </c:valAx>
      <c:valAx>
        <c:axId val="2885300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35678059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C134A3-7340-48C3-9002-5C6B27DB1F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E228B3-2475-489C-8860-4E9829C4F3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C71C6B-E904-44B4-9BC8-91C3BD7362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BDFBEB-22ED-4FD4-80C1-143C445ED1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71EB69-2918-4EA8-9474-7752A56EF4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5FE3DF-B8C2-48E3-BAA8-093D014B8F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2718C7-6B78-491C-9A5A-1F9D3825E7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1A7367-D1DD-4B59-A6B9-67D54DFB5D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822622-EF42-41A7-AA96-2FF180E51F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6EF226-29D8-4A62-9EC0-78B0434D99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4CC3DA-2562-452A-9AA8-729B0C86B5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