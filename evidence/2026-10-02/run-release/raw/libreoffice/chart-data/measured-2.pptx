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20125791"/>
        <c:axId val="78203194"/>
      </c:barChart>
      <c:catAx>
        <c:axId val="20125791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8203194"/>
        <c:crosses val="autoZero"/>
        <c:auto val="1"/>
        <c:lblAlgn val="ctr"/>
        <c:lblOffset val="100"/>
        <c:noMultiLvlLbl val="0"/>
      </c:catAx>
      <c:valAx>
        <c:axId val="7820319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012579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95616848"/>
        <c:axId val="7255337"/>
      </c:scatterChart>
      <c:valAx>
        <c:axId val="956168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255337"/>
        <c:crosses val="autoZero"/>
        <c:crossBetween val="midCat"/>
      </c:valAx>
      <c:valAx>
        <c:axId val="7255337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5616848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16078929"/>
        <c:axId val="4442968"/>
      </c:bubbleChart>
      <c:valAx>
        <c:axId val="1607892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442968"/>
        <c:crosses val="autoZero"/>
        <c:crossBetween val="midCat"/>
      </c:valAx>
      <c:valAx>
        <c:axId val="444296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6078929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EA8BE3-BD87-486F-955B-AD155128C5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E8F8B7-E794-4BF5-AC4A-00A5D87554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300F3F-0F2B-47EF-8F4F-2A57F4A593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E3FFF4-EA89-4456-AC9F-3F910062F0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376E01-7F13-498E-960B-F217850A6F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9C4D01-4D37-473B-87C5-5AE1063209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BFB1B8-C375-4595-A90A-94FBD2451D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305CC4-2F5D-45BA-BC86-610CF25F60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64B78C-D7B1-4F78-ADE7-059A3D2055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634245-39F3-4211-BB5F-CD28794E51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16A983-9C4F-4033-8B9E-A05FD26A84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