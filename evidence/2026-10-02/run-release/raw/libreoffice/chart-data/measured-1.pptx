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hart3.xml" ContentType="application/vnd.openxmlformats-officedocument.drawingml.chart+xml"/>
  <Override PartName="/ppt/charts/colors2.xml" ContentType="application/vnd.ms-office.chartcolorstyle+xml"/>
  <Override PartName="/ppt/charts/chart1.xml" ContentType="application/vnd.openxmlformats-officedocument.drawingml.chart+xml"/>
  <Override PartName="/ppt/charts/style1.xml" ContentType="application/vnd.ms-office.chartstyle+xml"/>
  <Override PartName="/ppt/charts/style3.xml" ContentType="application/vnd.ms-office.chartstyle+xml"/>
  <Override PartName="/ppt/charts/colors3.xml" ContentType="application/vnd.ms-office.chartcolorstyl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_rels/chart3.xml.rels><?xml version="1.0" encoding="UTF-8"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2160" b="1" u="none" strike="noStrike">
                <a:solidFill>
                  <a:srgbClr val="000000"/>
                </a:solidFill>
                <a:uFillTx/>
                <a:latin typeface="Calibri"/>
              </a:rPr>
              <a:t>Revenue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Revenue</c:v>
                </c:pt>
              </c:strCache>
            </c:strRef>
          </c:tx>
          <c:spPr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East</c:v>
                </c:pt>
                <c:pt idx="1">
                  <c:v>42</c:v>
                </c:pt>
                <c:pt idx="2">
                  <c:v>84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42</c:v>
                </c:pt>
                <c:pt idx="1">
                  <c:v>84</c:v>
                </c:pt>
                <c:pt idx="2">
                  <c:v>126</c:v>
                </c:pt>
              </c:numCache>
            </c:numRef>
          </c:val>
        </c:ser>
        <c:gapWidth val="150"/>
        <c:overlap val="0"/>
        <c:axId val="54535050"/>
        <c:axId val="41908366"/>
      </c:barChart>
      <c:catAx>
        <c:axId val="54535050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41908366"/>
        <c:crosses val="autoZero"/>
        <c:auto val="1"/>
        <c:lblAlgn val="ctr"/>
        <c:lblOffset val="100"/>
        <c:noMultiLvlLbl val="0"/>
      </c:catAx>
      <c:valAx>
        <c:axId val="41908366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54535050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Trend</c:v>
                </c:pt>
              </c:strCache>
            </c:strRef>
          </c:tx>
          <c:spPr>
            <a:solidFill>
              <a:srgbClr val="4A7EBB"/>
            </a:solidFill>
            <a:ln w="28440">
              <a:solidFill>
                <a:srgbClr val="4A7EBB"/>
              </a:solidFill>
              <a:round/>
            </a:ln>
          </c:spPr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1</c:f>
              <c:numCache>
                <c:formatCode>General</c:formatCode>
                <c:ptCount val="3"/>
                <c:pt idx="0">
                  <c:v>5</c:v>
                </c:pt>
                <c:pt idx="1">
                  <c:v>21</c:v>
                </c:pt>
                <c:pt idx="2">
                  <c:v>55</c:v>
                </c:pt>
              </c:numCache>
            </c:numRef>
          </c:xVal>
          <c:yVal>
            <c:numRef>
              <c:f>0</c:f>
              <c:numCache>
                <c:formatCode>General</c:formatCode>
                <c:ptCount val="3"/>
                <c:pt idx="0">
                  <c:v>13</c:v>
                </c:pt>
                <c:pt idx="1">
                  <c:v>34</c:v>
                </c:pt>
                <c:pt idx="2">
                  <c:v>89</c:v>
                </c:pt>
              </c:numCache>
            </c:numRef>
          </c:yVal>
          <c:smooth val="0"/>
        </c:ser>
        <c:axId val="27960544"/>
        <c:axId val="27980756"/>
      </c:scatterChart>
      <c:valAx>
        <c:axId val="2796054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27980756"/>
        <c:crosses val="autoZero"/>
        <c:crossBetween val="midCat"/>
      </c:valAx>
      <c:valAx>
        <c:axId val="27980756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27960544"/>
        <c:crosses val="autoZero"/>
        <c:crossBetween val="midCat"/>
      </c:valAx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18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2160" b="1" u="none" strike="noStrike">
                <a:solidFill>
                  <a:srgbClr val="000000"/>
                </a:solidFill>
                <a:uFillTx/>
                <a:latin typeface="Calibri"/>
              </a:rPr>
              <a:t>Pipeline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ubbleChart>
        <c:varyColors val="0"/>
        <c:ser>
          <c:idx val="0"/>
          <c:order val="0"/>
          <c:tx>
            <c:strRef>
              <c:f>label 2</c:f>
              <c:strCache>
                <c:ptCount val="1"/>
                <c:pt idx="0">
                  <c:v>Pipeline</c:v>
                </c:pt>
              </c:strCache>
            </c:strRef>
          </c:tx>
          <c:spPr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sz="1800" b="0" u="none" strike="noStrik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1</c:f>
              <c:numCache>
                <c:formatCode>General</c:formatCode>
                <c:ptCount val="3"/>
                <c:pt idx="0">
                  <c:v>5</c:v>
                </c:pt>
                <c:pt idx="1">
                  <c:v>34</c:v>
                </c:pt>
                <c:pt idx="2">
                  <c:v>8</c:v>
                </c:pt>
              </c:numCache>
            </c:numRef>
          </c:xVal>
          <c:yVal>
            <c:numRef>
              <c:f>0</c:f>
              <c:numCache>
                <c:formatCode>General</c:formatCode>
                <c:ptCount val="3"/>
                <c:pt idx="0">
                  <c:v>13</c:v>
                </c:pt>
                <c:pt idx="1">
                  <c:v>55</c:v>
                </c:pt>
                <c:pt idx="2">
                  <c:v>13</c:v>
                </c:pt>
              </c:numCache>
            </c:numRef>
          </c:yVal>
          <c:bubbleSize>
            <c:numRef>
              <c:f>2</c:f>
              <c:numCache>
                <c:formatCode>General</c:formatCode>
                <c:ptCount val="3"/>
                <c:pt idx="0">
                  <c:v>21</c:v>
                </c:pt>
                <c:pt idx="1">
                  <c:v>89</c:v>
                </c:pt>
                <c:pt idx="2">
                  <c:v>21</c:v>
                </c:pt>
              </c:numCache>
            </c:numRef>
          </c:bubbleSize>
          <c:bubble3D val="0"/>
        </c:ser>
        <c:axId val="45983744"/>
        <c:axId val="64241608"/>
      </c:bubbleChart>
      <c:valAx>
        <c:axId val="4598374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64241608"/>
        <c:crosses val="autoZero"/>
        <c:crossBetween val="midCat"/>
      </c:valAx>
      <c:valAx>
        <c:axId val="64241608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45983744"/>
        <c:crosses val="autoZero"/>
        <c:crossBetween val="midCat"/>
      </c:valAx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18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3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5643C79-232C-40DF-983F-65AB4DF3822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73F22F8-49CA-4C47-9014-12A205CEC91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152C57B-8D11-4EA6-AA66-3AC54B09F38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6B38040-1569-4932-B37C-66331838174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76E7142-76CE-4587-8DC2-08B9770B108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BACC11A-25D6-4460-B141-95E13F7E4B8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3221FB7-28B0-4BB4-A8AD-90D2B071123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F6AB770-F03B-426D-9050-60E813559AA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E23AD9A-B49D-4169-B246-8EEA5CE766D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8B4875D-BBAF-4D6D-B8B0-F9CE84B85EB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B3D94FC-31B3-4F0D-B06E-15F972A2BBB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Chart 1"/>
          <p:cNvGraphicFramePr/>
          <p:nvPr/>
        </p:nvGraphicFramePr>
        <p:xfrm>
          <a:off x="457200" y="457200"/>
          <a:ext cx="73148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" name="Chart 1"/>
          <p:cNvGraphicFramePr/>
          <p:nvPr/>
        </p:nvGraphicFramePr>
        <p:xfrm>
          <a:off x="457200" y="457200"/>
          <a:ext cx="73148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" name="Chart 1"/>
          <p:cNvGraphicFramePr/>
          <p:nvPr/>
        </p:nvGraphicFramePr>
        <p:xfrm>
          <a:off x="457200" y="457200"/>
          <a:ext cx="73148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1980-01-01T00:00:00Z</dcterms:created>
  <dc:creator/>
  <dc:description>generated using python-pptx</dc:description>
  <dc:language>en-US</dc:language>
  <cp:lastModifiedBy>Steve Canny</cp:lastModifiedBy>
  <dcterms:modified xsi:type="dcterms:W3CDTF">1980-01-01T00:00:00Z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