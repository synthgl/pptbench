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BE31068-7B85-4D04-97B6-A4AA18A2971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671214D-10EA-46A6-AEAD-5544496005F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60AA6D-D1B3-4C8F-9B0B-3C737F2C79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9476BB-D207-4DDC-8D4B-9AEDBF2941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8F239B6-B6F1-4641-8460-81F61878EA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5CFBBB-0DCB-4377-90D6-D932A9F3B6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160C5F-1A9B-4CBC-8CB1-32784FB91A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B40E69D-7681-4B88-A9A2-CEFC2DB54E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35EEBF-47E9-4A94-802C-A3C2D06E59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6C42D58-E1E0-426D-9975-3D396C1D33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D0980B-74EA-462C-A3A0-72B55A93C3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866DE3-BE55-4BBD-9825-268A1D1735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AC92B2-0B67-41B2-90D3-BF3DA55532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22741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UPDATED-BULLET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/>
  <dcterms:modified xsi:type="dcterms:W3CDTF">2026-10-01T23:26:24Z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