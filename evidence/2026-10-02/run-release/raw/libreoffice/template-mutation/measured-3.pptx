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F72DA56-AEB0-4555-B599-DA27A9E19E2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3A1632A-205E-4436-A048-EFEA321337F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DCE176-FABF-4A2F-AA36-59E83C91BE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FA1E5D-C7B8-41C5-B937-85773EA977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AABB63-5D84-4047-8314-05A2123296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1CCD39-C5C1-4A42-B473-135CB4AFF7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48CE27-C179-464D-8172-6F6020FE6E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22E3C2-0020-40B2-BDBB-80265391D1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BF00DE-6FA7-4196-BFE0-DDAB331E18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ABA909-6FC5-4046-8DD0-EFC7EF6EF9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28A89D-24F0-4C45-BE4A-CC66DE72B3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877398-B1EA-47EA-87EC-D59DEFB7C1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289767D-A2F6-4858-82C3-6F7A7E36D7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22741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UPDATED-BULLET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/>
  <dcterms:modified xsi:type="dcterms:W3CDTF">2026-10-01T23:26:42Z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