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435B847-3893-4360-89D9-572D2B38908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9F3A10C-D9D6-46DA-824B-AB43EC482AD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9F7B9E6-7952-4E86-BD97-ED39719F185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82EE6F-2D3C-4729-9522-7FC0D1FB80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06FDA8-2FCE-435F-8130-8CDB263C92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A83745-B047-4D8E-9647-DA75D39932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E1883BE-06E5-401C-84BF-BEA2C4C836D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55826D-D79E-4954-BB80-7EE2E50643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6CEA54-DC34-4E27-B5C4-308F99811C6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775E1A-4B3E-40F5-AC51-7BF7730E2D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995D75-25C6-46FF-9738-A4FC5AAD52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A7957F-D861-4815-A733-D25DB4A78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742DE51-0078-4E32-8A0D-19A239720D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2026-10-01T23:26:30Z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