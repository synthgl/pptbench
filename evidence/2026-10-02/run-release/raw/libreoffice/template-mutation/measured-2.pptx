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2D7775E-C6E1-418E-8BE3-F531B2A32B4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F78C84-AD77-4499-A127-5C2C4E876E6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29E886-1AE3-40CB-8705-A5A7993024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AF4155-EA3C-48DB-B92F-CC433C5E8D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7C3489-90F7-4A90-9E26-FC7E84331C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00C4F0-E507-403D-9523-1757AAD7B7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CDE8B8D-44BC-4F75-B2BF-5ED57AC483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1A68F2-F02C-49F5-9B3E-423719CE74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638A79-0D5F-4318-A202-345A46C863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B79F83-6685-486E-81E7-388618498D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9FA28E-3DDA-4EB8-8893-579E693171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C26E29-F20C-42D1-8D08-F87186E517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DE645C-F0AB-4BC6-AA16-FFEF0AF6C4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2026-10-01T23:26:37Z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