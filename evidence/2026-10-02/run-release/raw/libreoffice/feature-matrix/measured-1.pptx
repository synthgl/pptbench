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3804E4B-CA6C-40C9-9313-FBF48DBA45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812211-9474-414A-8C5E-346C5574D4C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BCDDC8-FAFA-43B1-AF6E-4108B9EA1C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3AC300-83B3-44C6-9247-0612214C1A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E54DAE-BC33-409B-A7B4-C1D9191F94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F777EC-6CF5-42DA-984A-3FBCB33F75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305368-0B46-459F-9896-C529A2682D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634058-EBB4-4ECC-9EEF-D1CBFB3858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81747A-37EB-43B0-9F5B-2C9C75EE3B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90B23E-A1C1-4A91-B769-37D7CDDAA0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3C7C22-DD42-434A-8224-45E2FF4FCD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AC0F61-035E-44EE-92B0-AED03C0C2F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CD2D8D-D159-408A-82A5-E4B9226925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