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2DEC398-6367-4536-9895-880D2118983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8834E6-CA55-448B-9666-EB9D3D5FF94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C6DDC4-C4D8-4525-B385-4C238D3E7C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66488A-8398-41B0-BB06-97EA059A14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03600D-7725-4CC6-86BC-C75C329279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611D63-AC12-45AD-8F25-66461CAC68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2CFAD8-16CB-4C86-8E72-5C86BBA0FE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D6F604-A5C8-4E46-BF1C-A319D8E535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4A654C-8738-4891-A94B-82475D5438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08E84E-4AD5-412F-841B-542A7F2058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1C3552-D779-443B-9697-319042F921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9E21AE-D795-48B6-A395-6EBB54F70E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BD745F-3A88-4A95-8E79-3657FBFCB3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