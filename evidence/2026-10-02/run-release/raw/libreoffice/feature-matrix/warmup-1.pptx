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CE6946A-C6EC-4DFE-8C23-6B186F1FCF3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B3CF15F-A045-4AA5-A174-82BF3FA3048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6A658E-E30E-4B86-82BE-582216CF840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CD7816-5CC6-4B0F-97B3-CC6FC0E846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E53224-F613-4C41-B39F-39E246A2BA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E0937A2-A62A-4D8A-BAF1-122DAC91B1B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53F040B-2BEF-492D-A7FD-B7D62666DA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8AC5C6-AA4E-403E-B73E-CAA49475CBF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8391337-5DE6-41B5-A683-3559D3010EC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7432D8-0497-4CD4-85F0-E557199F69D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480AF6-DD21-401C-AC5C-62C50F45FF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F5C95AB-538E-43A8-8D29-C1BE6B6823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42BFCE-31F7-4008-8589-21DEB177204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7314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