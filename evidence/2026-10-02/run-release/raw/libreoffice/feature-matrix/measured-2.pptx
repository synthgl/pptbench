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7B969C6-34EC-450F-9897-763BAC5441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CED3DB-53AC-4B2C-B5F3-1D5028E5A7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74ADAE-B450-47D8-ABFB-609F478E1C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F0116F-823A-44B2-8D9D-83EA692AEB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E5E959-7E7A-402A-AE4B-6C1EC58965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779512-FF60-43B7-8C6F-5F27B1DC29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F21BAE-991B-48CA-BB21-05EA9303E3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E22B44-BF49-44B7-84BA-75FA0987B7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318271-DC86-49AE-8C76-B94C843EA5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AFA465-723B-4D5A-9180-695C9170A1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9A031F-BAF7-4987-8A8D-47DA797FFD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ABD015-10DA-48C0-B586-E676572BC8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0DFCEB-3A33-43A7-A57A-3818DDE176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